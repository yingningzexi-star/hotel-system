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.svg" ContentType="image/svg+xml"/>
  <Override PartName="/ppt/media/image90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15"/>
  </p:notesMasterIdLst>
  <p:handoutMasterIdLst>
    <p:handoutMasterId r:id="rId16"/>
  </p:handout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../media/image1.png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image" Target="../media/image3.svg"/><Relationship Id="rId13" Type="http://schemas.openxmlformats.org/officeDocument/2006/relationships/image" Target="../media/image2.png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image" Target="../media/image1.png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8" Type="http://schemas.openxmlformats.org/officeDocument/2006/relationships/tags" Target="../tags/tag102.xml"/><Relationship Id="rId17" Type="http://schemas.openxmlformats.org/officeDocument/2006/relationships/tags" Target="../tags/tag101.xml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4"/>
          <p:cNvSpPr/>
          <p:nvPr userDrawn="1">
            <p:custDataLst>
              <p:tags r:id="rId2"/>
            </p:custDataLst>
          </p:nvPr>
        </p:nvSpPr>
        <p:spPr>
          <a:xfrm>
            <a:off x="6713855" y="0"/>
            <a:ext cx="5481320" cy="5143500"/>
          </a:xfrm>
          <a:custGeom>
            <a:avLst/>
            <a:gdLst>
              <a:gd name="connsiteX0" fmla="*/ 3286736 w 5539139"/>
              <a:gd name="connsiteY0" fmla="*/ 0 h 5143500"/>
              <a:gd name="connsiteX1" fmla="*/ 5539139 w 5539139"/>
              <a:gd name="connsiteY1" fmla="*/ 0 h 5143500"/>
              <a:gd name="connsiteX2" fmla="*/ 2252403 w 5539139"/>
              <a:gd name="connsiteY2" fmla="*/ 5143500 h 5143500"/>
              <a:gd name="connsiteX3" fmla="*/ 0 w 5539139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flip="none" rotWithShape="1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defTabSz="457200"/>
            <a:endParaRPr lang="zh-CN" altLang="en-US"/>
          </a:p>
        </p:txBody>
      </p:sp>
      <p:sp>
        <p:nvSpPr>
          <p:cNvPr id="3" name="任意多边形: 形状 3"/>
          <p:cNvSpPr/>
          <p:nvPr userDrawn="1">
            <p:custDataLst>
              <p:tags r:id="rId3"/>
            </p:custDataLst>
          </p:nvPr>
        </p:nvSpPr>
        <p:spPr>
          <a:xfrm>
            <a:off x="5539105" y="0"/>
            <a:ext cx="5481320" cy="5143500"/>
          </a:xfrm>
          <a:custGeom>
            <a:avLst/>
            <a:gdLst>
              <a:gd name="connsiteX0" fmla="*/ 3286736 w 5539139"/>
              <a:gd name="connsiteY0" fmla="*/ 0 h 5143500"/>
              <a:gd name="connsiteX1" fmla="*/ 5539139 w 5539139"/>
              <a:gd name="connsiteY1" fmla="*/ 0 h 5143500"/>
              <a:gd name="connsiteX2" fmla="*/ 2252403 w 5539139"/>
              <a:gd name="connsiteY2" fmla="*/ 5143500 h 5143500"/>
              <a:gd name="connsiteX3" fmla="*/ 0 w 5539139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flip="none" rotWithShape="1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defTabSz="457200"/>
            <a:endParaRPr lang="zh-CN" altLang="en-US"/>
          </a:p>
        </p:txBody>
      </p:sp>
      <p:cxnSp>
        <p:nvCxnSpPr>
          <p:cNvPr id="31" name="直接连接符 30"/>
          <p:cNvCxnSpPr/>
          <p:nvPr userDrawn="1">
            <p:custDataLst>
              <p:tags r:id="rId4"/>
            </p:custDataLst>
          </p:nvPr>
        </p:nvCxnSpPr>
        <p:spPr>
          <a:xfrm>
            <a:off x="2762655" y="6456309"/>
            <a:ext cx="85084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35"/>
          <p:cNvSpPr/>
          <p:nvPr userDrawn="1">
            <p:custDataLst>
              <p:tags r:id="rId5"/>
            </p:custDataLst>
          </p:nvPr>
        </p:nvSpPr>
        <p:spPr>
          <a:xfrm>
            <a:off x="11857355" y="2992755"/>
            <a:ext cx="97790" cy="9779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sp>
        <p:nvSpPr>
          <p:cNvPr id="37" name="椭圆 36"/>
          <p:cNvSpPr/>
          <p:nvPr userDrawn="1">
            <p:custDataLst>
              <p:tags r:id="rId6"/>
            </p:custDataLst>
          </p:nvPr>
        </p:nvSpPr>
        <p:spPr>
          <a:xfrm>
            <a:off x="11857355" y="3250565"/>
            <a:ext cx="97790" cy="9779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sp>
        <p:nvSpPr>
          <p:cNvPr id="38" name="椭圆 37"/>
          <p:cNvSpPr/>
          <p:nvPr userDrawn="1">
            <p:custDataLst>
              <p:tags r:id="rId7"/>
            </p:custDataLst>
          </p:nvPr>
        </p:nvSpPr>
        <p:spPr>
          <a:xfrm>
            <a:off x="11857355" y="3509010"/>
            <a:ext cx="97790" cy="9779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sp>
        <p:nvSpPr>
          <p:cNvPr id="39" name="椭圆 38"/>
          <p:cNvSpPr/>
          <p:nvPr userDrawn="1">
            <p:custDataLst>
              <p:tags r:id="rId8"/>
            </p:custDataLst>
          </p:nvPr>
        </p:nvSpPr>
        <p:spPr>
          <a:xfrm>
            <a:off x="11857355" y="3767455"/>
            <a:ext cx="97790" cy="9779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107123" y="811262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zh-CN" altLang="en-US" sz="6000" b="1" i="0" u="none" strike="noStrike" kern="1200" cap="none" spc="0" normalizeH="0" baseline="0" noProof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 userDrawn="1">
            <p:custDataLst>
              <p:tags r:id="rId2"/>
            </p:custDataLst>
          </p:nvPr>
        </p:nvSpPr>
        <p:spPr>
          <a:xfrm flipV="1">
            <a:off x="0" y="-15875"/>
            <a:ext cx="1786890" cy="2779395"/>
          </a:xfrm>
          <a:prstGeom prst="rtTriangle">
            <a:avLst/>
          </a:prstGeom>
          <a:gradFill flip="none" rotWithShape="1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416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defTabSz="457200"/>
            <a:endParaRPr lang="zh-CN" altLang="en-US">
              <a:solidFill>
                <a:schemeClr val="lt1">
                  <a:alpha val="0"/>
                </a:schemeClr>
              </a:solidFill>
            </a:endParaRPr>
          </a:p>
        </p:txBody>
      </p:sp>
      <p:grpSp>
        <p:nvGrpSpPr>
          <p:cNvPr id="6" name="组合 4"/>
          <p:cNvGrpSpPr/>
          <p:nvPr userDrawn="1">
            <p:custDataLst>
              <p:tags r:id="rId3"/>
            </p:custDataLst>
          </p:nvPr>
        </p:nvGrpSpPr>
        <p:grpSpPr>
          <a:xfrm>
            <a:off x="4364355" y="0"/>
            <a:ext cx="7846060" cy="6858000"/>
            <a:chOff x="6873" y="0"/>
            <a:chExt cx="12356" cy="10800"/>
          </a:xfrm>
        </p:grpSpPr>
        <p:sp>
          <p:nvSpPr>
            <p:cNvPr id="7" name="任意多边形: 形状 22"/>
            <p:cNvSpPr/>
            <p:nvPr userDrawn="1">
              <p:custDataLst>
                <p:tags r:id="rId4"/>
              </p:custDataLst>
            </p:nvPr>
          </p:nvSpPr>
          <p:spPr>
            <a:xfrm>
              <a:off x="6873" y="0"/>
              <a:ext cx="8723" cy="8100"/>
            </a:xfrm>
            <a:custGeom>
              <a:avLst/>
              <a:gdLst>
                <a:gd name="connsiteX0" fmla="*/ 3286736 w 5539139"/>
                <a:gd name="connsiteY0" fmla="*/ 0 h 5143500"/>
                <a:gd name="connsiteX1" fmla="*/ 5539139 w 5539139"/>
                <a:gd name="connsiteY1" fmla="*/ 0 h 5143500"/>
                <a:gd name="connsiteX2" fmla="*/ 2252403 w 5539139"/>
                <a:gd name="connsiteY2" fmla="*/ 5143500 h 5143500"/>
                <a:gd name="connsiteX3" fmla="*/ 0 w 5539139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9139" h="5143500">
                  <a:moveTo>
                    <a:pt x="3286736" y="0"/>
                  </a:moveTo>
                  <a:lnTo>
                    <a:pt x="5539139" y="0"/>
                  </a:lnTo>
                  <a:lnTo>
                    <a:pt x="2252403" y="5143500"/>
                  </a:lnTo>
                  <a:lnTo>
                    <a:pt x="0" y="5143500"/>
                  </a:lnTo>
                  <a:close/>
                </a:path>
              </a:pathLst>
            </a:custGeom>
            <a:gradFill flip="none" rotWithShape="1">
              <a:gsLst>
                <a:gs pos="32000">
                  <a:schemeClr val="accent1">
                    <a:alpha val="19000"/>
                  </a:schemeClr>
                </a:gs>
                <a:gs pos="100000">
                  <a:srgbClr val="ECC784">
                    <a:alpha val="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 defTabSz="457200"/>
              <a:endParaRPr lang="zh-CN" altLang="en-US"/>
            </a:p>
          </p:txBody>
        </p:sp>
        <p:sp>
          <p:nvSpPr>
            <p:cNvPr id="65" name="任意多边形: 形状 27"/>
            <p:cNvSpPr/>
            <p:nvPr userDrawn="1">
              <p:custDataLst>
                <p:tags r:id="rId5"/>
              </p:custDataLst>
            </p:nvPr>
          </p:nvSpPr>
          <p:spPr>
            <a:xfrm>
              <a:off x="8675" y="0"/>
              <a:ext cx="10555" cy="10800"/>
            </a:xfrm>
            <a:custGeom>
              <a:avLst/>
              <a:gdLst>
                <a:gd name="connsiteX0" fmla="*/ 3301972 w 5669780"/>
                <a:gd name="connsiteY0" fmla="*/ 0 h 5143500"/>
                <a:gd name="connsiteX1" fmla="*/ 5669780 w 5669780"/>
                <a:gd name="connsiteY1" fmla="*/ 0 h 5143500"/>
                <a:gd name="connsiteX2" fmla="*/ 5669780 w 5669780"/>
                <a:gd name="connsiteY2" fmla="*/ 878865 h 5143500"/>
                <a:gd name="connsiteX3" fmla="*/ 2932013 w 5669780"/>
                <a:gd name="connsiteY3" fmla="*/ 5143500 h 5143500"/>
                <a:gd name="connsiteX4" fmla="*/ 0 w 5669780"/>
                <a:gd name="connsiteY4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5" h="10800">
                  <a:moveTo>
                    <a:pt x="6933" y="0"/>
                  </a:moveTo>
                  <a:lnTo>
                    <a:pt x="10555" y="0"/>
                  </a:lnTo>
                  <a:lnTo>
                    <a:pt x="10555" y="3948"/>
                  </a:lnTo>
                  <a:lnTo>
                    <a:pt x="6156" y="10800"/>
                  </a:lnTo>
                  <a:lnTo>
                    <a:pt x="0" y="10800"/>
                  </a:lnTo>
                  <a:lnTo>
                    <a:pt x="693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  <a:alpha val="80000"/>
                  </a:schemeClr>
                </a:gs>
                <a:gs pos="100000">
                  <a:schemeClr val="accent1">
                    <a:lumMod val="40000"/>
                    <a:lumOff val="6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 defTabSz="457200"/>
              <a:endParaRPr lang="zh-CN" altLang="en-US" sz="2400"/>
            </a:p>
          </p:txBody>
        </p:sp>
        <p:pic>
          <p:nvPicPr>
            <p:cNvPr id="66" name="图片 65" descr="图片包含 建筑, 轨道, 火车, 钟表&#10;&#10;描述已自动生成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447"/>
            <a:stretch>
              <a:fillRect/>
            </a:stretch>
          </p:blipFill>
          <p:spPr>
            <a:xfrm>
              <a:off x="7639" y="1430"/>
              <a:ext cx="11591" cy="9370"/>
            </a:xfrm>
            <a:custGeom>
              <a:avLst/>
              <a:gdLst>
                <a:gd name="connsiteX0" fmla="*/ 2867034 w 6362795"/>
                <a:gd name="connsiteY0" fmla="*/ 0 h 5143500"/>
                <a:gd name="connsiteX1" fmla="*/ 6362795 w 6362795"/>
                <a:gd name="connsiteY1" fmla="*/ 0 h 5143500"/>
                <a:gd name="connsiteX2" fmla="*/ 6362795 w 6362795"/>
                <a:gd name="connsiteY2" fmla="*/ 5143500 h 5143500"/>
                <a:gd name="connsiteX3" fmla="*/ 1056490 w 6362795"/>
                <a:gd name="connsiteY3" fmla="*/ 5143500 h 5143500"/>
                <a:gd name="connsiteX4" fmla="*/ 3754465 w 6362795"/>
                <a:gd name="connsiteY4" fmla="*/ 517576 h 5143500"/>
                <a:gd name="connsiteX5" fmla="*/ 0 w 6362795"/>
                <a:gd name="connsiteY5" fmla="*/ 0 h 5143500"/>
                <a:gd name="connsiteX6" fmla="*/ 1666394 w 6362795"/>
                <a:gd name="connsiteY6" fmla="*/ 0 h 5143500"/>
                <a:gd name="connsiteX7" fmla="*/ 0 w 6362795"/>
                <a:gd name="connsiteY7" fmla="*/ 2857184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60" h="10800">
                  <a:moveTo>
                    <a:pt x="6020" y="0"/>
                  </a:moveTo>
                  <a:lnTo>
                    <a:pt x="13360" y="0"/>
                  </a:lnTo>
                  <a:lnTo>
                    <a:pt x="13360" y="10800"/>
                  </a:lnTo>
                  <a:lnTo>
                    <a:pt x="2229" y="10800"/>
                  </a:lnTo>
                  <a:lnTo>
                    <a:pt x="2229" y="10782"/>
                  </a:lnTo>
                  <a:lnTo>
                    <a:pt x="7883" y="1087"/>
                  </a:lnTo>
                  <a:lnTo>
                    <a:pt x="6020" y="0"/>
                  </a:lnTo>
                  <a:close/>
                  <a:moveTo>
                    <a:pt x="2229" y="0"/>
                  </a:moveTo>
                  <a:lnTo>
                    <a:pt x="3499" y="0"/>
                  </a:lnTo>
                  <a:lnTo>
                    <a:pt x="2229" y="2177"/>
                  </a:lnTo>
                  <a:lnTo>
                    <a:pt x="2229" y="0"/>
                  </a:lnTo>
                  <a:close/>
                  <a:moveTo>
                    <a:pt x="0" y="0"/>
                  </a:moveTo>
                  <a:lnTo>
                    <a:pt x="9" y="0"/>
                  </a:lnTo>
                  <a:lnTo>
                    <a:pt x="9" y="5984"/>
                  </a:lnTo>
                  <a:lnTo>
                    <a:pt x="0" y="5999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sp>
        <p:nvSpPr>
          <p:cNvPr id="46" name="日期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1651000"/>
            <a:ext cx="60970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45" name="标题 44"/>
          <p:cNvSpPr>
            <a:spLocks noGrp="1"/>
          </p:cNvSpPr>
          <p:nvPr>
            <p:ph type="ctrTitle" idx="16385" hasCustomPrompt="1"/>
            <p:custDataLst>
              <p:tags r:id="rId9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b="0" spc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商务风融资计划</a:t>
            </a:r>
            <a:br>
              <a:rPr lang="zh-CN" altLang="en-US" dirty="0"/>
            </a:br>
            <a:r>
              <a:rPr lang="zh-CN" altLang="en-US" dirty="0"/>
              <a:t>通用模板</a:t>
            </a:r>
            <a:endParaRPr lang="zh-CN" altLang="en-US" dirty="0"/>
          </a:p>
        </p:txBody>
      </p:sp>
      <p:sp>
        <p:nvSpPr>
          <p:cNvPr id="29" name="矩形: 圆角 28"/>
          <p:cNvSpPr/>
          <p:nvPr userDrawn="1">
            <p:custDataLst>
              <p:tags r:id="rId10"/>
            </p:custDataLst>
          </p:nvPr>
        </p:nvSpPr>
        <p:spPr>
          <a:xfrm>
            <a:off x="3009265" y="5255260"/>
            <a:ext cx="1241425" cy="5334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457200"/>
            <a:endParaRPr lang="en-US" altLang="zh-CN" sz="2800" b="1" dirty="0">
              <a:latin typeface="+mj-ea"/>
              <a:ea typeface="+mj-ea"/>
              <a:sym typeface="+mn-ea"/>
            </a:endParaRPr>
          </a:p>
        </p:txBody>
      </p:sp>
      <p:sp>
        <p:nvSpPr>
          <p:cNvPr id="47" name="署名占位符 10"/>
          <p:cNvSpPr>
            <a:spLocks noGrp="1"/>
          </p:cNvSpPr>
          <p:nvPr>
            <p:ph type="body" sz="quarter" idx="16387" hasCustomPrompt="1"/>
            <p:custDataLst>
              <p:tags r:id="rId11"/>
            </p:custDataLst>
          </p:nvPr>
        </p:nvSpPr>
        <p:spPr>
          <a:xfrm>
            <a:off x="1016000" y="5255239"/>
            <a:ext cx="2540882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2"/>
            </a:solidFill>
          </a:ln>
          <a:effectLst>
            <a:outerShdw blurRad="444500" dist="152400" dir="5520000" sx="104000" sy="104000" algn="tl" rotWithShape="0">
              <a:schemeClr val="accent2">
                <a:alpha val="2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 anchorCtr="0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rgbClr val="031A2F"/>
                </a:solidFill>
                <a:latin typeface="+mn-ea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BY WPS</a:t>
            </a:r>
            <a:endParaRPr>
              <a:sym typeface="+mn-ea"/>
            </a:endParaRPr>
          </a:p>
        </p:txBody>
      </p:sp>
      <p:pic>
        <p:nvPicPr>
          <p:cNvPr id="30" name="图形 29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700000">
            <a:off x="3764071" y="5443856"/>
            <a:ext cx="162734" cy="16273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15"/>
            </p:custDataLst>
          </p:nvPr>
        </p:nvSpPr>
        <p:spPr>
          <a:xfrm>
            <a:off x="0" y="6422390"/>
            <a:ext cx="12210415" cy="43561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1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endParaRPr lang="zh-CN" altLang="en-US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" name="椭圆 2"/>
          <p:cNvSpPr/>
          <p:nvPr userDrawn="1">
            <p:custDataLst>
              <p:tags r:id="rId16"/>
            </p:custDataLst>
          </p:nvPr>
        </p:nvSpPr>
        <p:spPr>
          <a:xfrm>
            <a:off x="319405" y="2992755"/>
            <a:ext cx="97790" cy="9779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sp>
        <p:nvSpPr>
          <p:cNvPr id="31" name="椭圆 30"/>
          <p:cNvSpPr/>
          <p:nvPr userDrawn="1">
            <p:custDataLst>
              <p:tags r:id="rId17"/>
            </p:custDataLst>
          </p:nvPr>
        </p:nvSpPr>
        <p:spPr>
          <a:xfrm>
            <a:off x="319405" y="3250565"/>
            <a:ext cx="97790" cy="9779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sp>
        <p:nvSpPr>
          <p:cNvPr id="32" name="椭圆 31"/>
          <p:cNvSpPr/>
          <p:nvPr userDrawn="1">
            <p:custDataLst>
              <p:tags r:id="rId18"/>
            </p:custDataLst>
          </p:nvPr>
        </p:nvSpPr>
        <p:spPr>
          <a:xfrm>
            <a:off x="319405" y="3509010"/>
            <a:ext cx="97790" cy="9779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sp>
        <p:nvSpPr>
          <p:cNvPr id="33" name="椭圆 32"/>
          <p:cNvSpPr/>
          <p:nvPr userDrawn="1">
            <p:custDataLst>
              <p:tags r:id="rId19"/>
            </p:custDataLst>
          </p:nvPr>
        </p:nvSpPr>
        <p:spPr>
          <a:xfrm>
            <a:off x="319405" y="3767455"/>
            <a:ext cx="97790" cy="9779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/>
          <p:cNvSpPr/>
          <p:nvPr userDrawn="1">
            <p:custDataLst>
              <p:tags r:id="rId2"/>
            </p:custDataLst>
          </p:nvPr>
        </p:nvSpPr>
        <p:spPr>
          <a:xfrm>
            <a:off x="11857355" y="2992755"/>
            <a:ext cx="97790" cy="9779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2400"/>
          </a:p>
        </p:txBody>
      </p:sp>
      <p:sp>
        <p:nvSpPr>
          <p:cNvPr id="31" name="椭圆 30"/>
          <p:cNvSpPr/>
          <p:nvPr userDrawn="1">
            <p:custDataLst>
              <p:tags r:id="rId3"/>
            </p:custDataLst>
          </p:nvPr>
        </p:nvSpPr>
        <p:spPr>
          <a:xfrm>
            <a:off x="11857355" y="3250565"/>
            <a:ext cx="97790" cy="9779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2400"/>
          </a:p>
        </p:txBody>
      </p:sp>
      <p:sp>
        <p:nvSpPr>
          <p:cNvPr id="32" name="椭圆 31"/>
          <p:cNvSpPr/>
          <p:nvPr userDrawn="1">
            <p:custDataLst>
              <p:tags r:id="rId4"/>
            </p:custDataLst>
          </p:nvPr>
        </p:nvSpPr>
        <p:spPr>
          <a:xfrm>
            <a:off x="11857355" y="3509010"/>
            <a:ext cx="97790" cy="9779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2400"/>
          </a:p>
        </p:txBody>
      </p:sp>
      <p:sp>
        <p:nvSpPr>
          <p:cNvPr id="33" name="椭圆 32"/>
          <p:cNvSpPr/>
          <p:nvPr userDrawn="1">
            <p:custDataLst>
              <p:tags r:id="rId5"/>
            </p:custDataLst>
          </p:nvPr>
        </p:nvSpPr>
        <p:spPr>
          <a:xfrm>
            <a:off x="11857355" y="3767455"/>
            <a:ext cx="97790" cy="9779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2400"/>
          </a:p>
        </p:txBody>
      </p:sp>
      <p:grpSp>
        <p:nvGrpSpPr>
          <p:cNvPr id="17" name="组合 16"/>
          <p:cNvGrpSpPr/>
          <p:nvPr userDrawn="1">
            <p:custDataLst>
              <p:tags r:id="rId6"/>
            </p:custDataLst>
          </p:nvPr>
        </p:nvGrpSpPr>
        <p:grpSpPr>
          <a:xfrm flipH="1">
            <a:off x="55" y="0"/>
            <a:ext cx="6777814" cy="6858000"/>
            <a:chOff x="7535" y="0"/>
            <a:chExt cx="11695" cy="10800"/>
          </a:xfrm>
        </p:grpSpPr>
        <p:sp>
          <p:nvSpPr>
            <p:cNvPr id="18" name="任意多边形: 形状 22"/>
            <p:cNvSpPr/>
            <p:nvPr userDrawn="1">
              <p:custDataLst>
                <p:tags r:id="rId7"/>
              </p:custDataLst>
            </p:nvPr>
          </p:nvSpPr>
          <p:spPr>
            <a:xfrm>
              <a:off x="7535" y="0"/>
              <a:ext cx="8723" cy="8100"/>
            </a:xfrm>
            <a:custGeom>
              <a:avLst/>
              <a:gdLst>
                <a:gd name="connsiteX0" fmla="*/ 3286736 w 5539139"/>
                <a:gd name="connsiteY0" fmla="*/ 0 h 5143500"/>
                <a:gd name="connsiteX1" fmla="*/ 5539139 w 5539139"/>
                <a:gd name="connsiteY1" fmla="*/ 0 h 5143500"/>
                <a:gd name="connsiteX2" fmla="*/ 2252403 w 5539139"/>
                <a:gd name="connsiteY2" fmla="*/ 5143500 h 5143500"/>
                <a:gd name="connsiteX3" fmla="*/ 0 w 5539139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9139" h="5143500">
                  <a:moveTo>
                    <a:pt x="3286736" y="0"/>
                  </a:moveTo>
                  <a:lnTo>
                    <a:pt x="5539139" y="0"/>
                  </a:lnTo>
                  <a:lnTo>
                    <a:pt x="2252403" y="5143500"/>
                  </a:lnTo>
                  <a:lnTo>
                    <a:pt x="0" y="5143500"/>
                  </a:lnTo>
                  <a:close/>
                </a:path>
              </a:pathLst>
            </a:custGeom>
            <a:gradFill flip="none" rotWithShape="1">
              <a:gsLst>
                <a:gs pos="32000">
                  <a:schemeClr val="accent1">
                    <a:alpha val="19000"/>
                  </a:schemeClr>
                </a:gs>
                <a:gs pos="100000">
                  <a:srgbClr val="ECC784">
                    <a:alpha val="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 defTabSz="457200"/>
              <a:endParaRPr lang="zh-CN" altLang="en-US"/>
            </a:p>
          </p:txBody>
        </p:sp>
        <p:sp>
          <p:nvSpPr>
            <p:cNvPr id="19" name="任意多边形: 形状 27"/>
            <p:cNvSpPr/>
            <p:nvPr userDrawn="1">
              <p:custDataLst>
                <p:tags r:id="rId8"/>
              </p:custDataLst>
            </p:nvPr>
          </p:nvSpPr>
          <p:spPr>
            <a:xfrm>
              <a:off x="8675" y="0"/>
              <a:ext cx="10555" cy="10800"/>
            </a:xfrm>
            <a:custGeom>
              <a:avLst/>
              <a:gdLst>
                <a:gd name="connsiteX0" fmla="*/ 3301972 w 5669780"/>
                <a:gd name="connsiteY0" fmla="*/ 0 h 5143500"/>
                <a:gd name="connsiteX1" fmla="*/ 5669780 w 5669780"/>
                <a:gd name="connsiteY1" fmla="*/ 0 h 5143500"/>
                <a:gd name="connsiteX2" fmla="*/ 5669780 w 5669780"/>
                <a:gd name="connsiteY2" fmla="*/ 878865 h 5143500"/>
                <a:gd name="connsiteX3" fmla="*/ 2932013 w 5669780"/>
                <a:gd name="connsiteY3" fmla="*/ 5143500 h 5143500"/>
                <a:gd name="connsiteX4" fmla="*/ 0 w 5669780"/>
                <a:gd name="connsiteY4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5" h="10800">
                  <a:moveTo>
                    <a:pt x="6933" y="0"/>
                  </a:moveTo>
                  <a:lnTo>
                    <a:pt x="10555" y="0"/>
                  </a:lnTo>
                  <a:lnTo>
                    <a:pt x="10555" y="3948"/>
                  </a:lnTo>
                  <a:lnTo>
                    <a:pt x="6156" y="10800"/>
                  </a:lnTo>
                  <a:lnTo>
                    <a:pt x="0" y="10800"/>
                  </a:lnTo>
                  <a:lnTo>
                    <a:pt x="693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  <a:alpha val="80000"/>
                  </a:schemeClr>
                </a:gs>
                <a:gs pos="100000">
                  <a:schemeClr val="accent1">
                    <a:lumMod val="40000"/>
                    <a:lumOff val="6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 defTabSz="457200"/>
              <a:endParaRPr lang="zh-CN" altLang="en-US" sz="2400"/>
            </a:p>
          </p:txBody>
        </p:sp>
        <p:pic>
          <p:nvPicPr>
            <p:cNvPr id="20" name="图片 19" descr="图片包含 建筑, 轨道, 火车, 钟表&#10;&#10;描述已自动生成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447"/>
            <a:stretch>
              <a:fillRect/>
            </a:stretch>
          </p:blipFill>
          <p:spPr>
            <a:xfrm>
              <a:off x="7639" y="1430"/>
              <a:ext cx="11591" cy="9370"/>
            </a:xfrm>
            <a:custGeom>
              <a:avLst/>
              <a:gdLst>
                <a:gd name="connsiteX0" fmla="*/ 2867034 w 6362795"/>
                <a:gd name="connsiteY0" fmla="*/ 0 h 5143500"/>
                <a:gd name="connsiteX1" fmla="*/ 6362795 w 6362795"/>
                <a:gd name="connsiteY1" fmla="*/ 0 h 5143500"/>
                <a:gd name="connsiteX2" fmla="*/ 6362795 w 6362795"/>
                <a:gd name="connsiteY2" fmla="*/ 5143500 h 5143500"/>
                <a:gd name="connsiteX3" fmla="*/ 1056490 w 6362795"/>
                <a:gd name="connsiteY3" fmla="*/ 5143500 h 5143500"/>
                <a:gd name="connsiteX4" fmla="*/ 3754465 w 6362795"/>
                <a:gd name="connsiteY4" fmla="*/ 517576 h 5143500"/>
                <a:gd name="connsiteX5" fmla="*/ 0 w 6362795"/>
                <a:gd name="connsiteY5" fmla="*/ 0 h 5143500"/>
                <a:gd name="connsiteX6" fmla="*/ 1666394 w 6362795"/>
                <a:gd name="connsiteY6" fmla="*/ 0 h 5143500"/>
                <a:gd name="connsiteX7" fmla="*/ 0 w 6362795"/>
                <a:gd name="connsiteY7" fmla="*/ 2857184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60" h="10800">
                  <a:moveTo>
                    <a:pt x="6020" y="0"/>
                  </a:moveTo>
                  <a:lnTo>
                    <a:pt x="13360" y="0"/>
                  </a:lnTo>
                  <a:lnTo>
                    <a:pt x="13360" y="10800"/>
                  </a:lnTo>
                  <a:lnTo>
                    <a:pt x="2229" y="10800"/>
                  </a:lnTo>
                  <a:lnTo>
                    <a:pt x="2229" y="10782"/>
                  </a:lnTo>
                  <a:lnTo>
                    <a:pt x="7883" y="1087"/>
                  </a:lnTo>
                  <a:lnTo>
                    <a:pt x="6020" y="0"/>
                  </a:lnTo>
                  <a:close/>
                  <a:moveTo>
                    <a:pt x="2229" y="0"/>
                  </a:moveTo>
                  <a:lnTo>
                    <a:pt x="3499" y="0"/>
                  </a:lnTo>
                  <a:lnTo>
                    <a:pt x="2229" y="2177"/>
                  </a:lnTo>
                  <a:lnTo>
                    <a:pt x="2229" y="0"/>
                  </a:lnTo>
                  <a:close/>
                  <a:moveTo>
                    <a:pt x="0" y="0"/>
                  </a:moveTo>
                  <a:lnTo>
                    <a:pt x="9" y="0"/>
                  </a:lnTo>
                  <a:lnTo>
                    <a:pt x="9" y="5984"/>
                  </a:lnTo>
                  <a:lnTo>
                    <a:pt x="0" y="5999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sp>
        <p:nvSpPr>
          <p:cNvPr id="6" name="标题 2"/>
          <p:cNvSpPr>
            <a:spLocks noGrp="1"/>
          </p:cNvSpPr>
          <p:nvPr>
            <p:ph type="title" idx="16385" hasCustomPrompt="1"/>
            <p:custDataLst>
              <p:tags r:id="rId11"/>
            </p:custDataLst>
          </p:nvPr>
        </p:nvSpPr>
        <p:spPr>
          <a:xfrm>
            <a:off x="5696585" y="2983865"/>
            <a:ext cx="5479415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单击此处添加章节</a:t>
            </a:r>
            <a:endParaRPr lang="zh-CN" altLang="en-US" dirty="0"/>
          </a:p>
        </p:txBody>
      </p:sp>
      <p:sp>
        <p:nvSpPr>
          <p:cNvPr id="7" name="文本占位符 3"/>
          <p:cNvSpPr>
            <a:spLocks noGrp="1"/>
          </p:cNvSpPr>
          <p:nvPr>
            <p:ph type="body" idx="16386" hasCustomPrompt="1"/>
            <p:custDataLst>
              <p:tags r:id="rId12"/>
            </p:custDataLst>
          </p:nvPr>
        </p:nvSpPr>
        <p:spPr>
          <a:xfrm>
            <a:off x="9648825" y="1358265"/>
            <a:ext cx="1527175" cy="1524000"/>
          </a:xfrm>
        </p:spPr>
        <p:txBody>
          <a:bodyPr vert="horz" wrap="none" lIns="0" tIns="0" rIns="0" bIns="0" anchor="ctr" anchorCtr="0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0" spc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矩形 9"/>
          <p:cNvSpPr/>
          <p:nvPr userDrawn="1">
            <p:custDataLst>
              <p:tags r:id="rId13"/>
            </p:custDataLst>
          </p:nvPr>
        </p:nvSpPr>
        <p:spPr>
          <a:xfrm flipH="1">
            <a:off x="0" y="6422390"/>
            <a:ext cx="12210415" cy="43561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1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endParaRPr lang="zh-CN" altLang="en-US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任意多边形: 形状 3"/>
          <p:cNvSpPr/>
          <p:nvPr userDrawn="1">
            <p:custDataLst>
              <p:tags r:id="rId14"/>
            </p:custDataLst>
          </p:nvPr>
        </p:nvSpPr>
        <p:spPr>
          <a:xfrm flipH="1">
            <a:off x="10464165" y="-15875"/>
            <a:ext cx="1786890" cy="2779395"/>
          </a:xfrm>
          <a:custGeom>
            <a:avLst/>
            <a:gdLst>
              <a:gd name="connsiteX0" fmla="*/ 86 w 2814"/>
              <a:gd name="connsiteY0" fmla="*/ 0 h 4377"/>
              <a:gd name="connsiteX1" fmla="*/ 2814 w 2814"/>
              <a:gd name="connsiteY1" fmla="*/ 25 h 4377"/>
              <a:gd name="connsiteX2" fmla="*/ 0 w 2814"/>
              <a:gd name="connsiteY2" fmla="*/ 4377 h 4377"/>
              <a:gd name="connsiteX3" fmla="*/ 76 w 2814"/>
              <a:gd name="connsiteY3" fmla="*/ 4287 h 4377"/>
              <a:gd name="connsiteX4" fmla="*/ 86 w 2814"/>
              <a:gd name="connsiteY4" fmla="*/ 0 h 4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flip="none" rotWithShape="1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defTabSz="457200"/>
            <a:endParaRPr lang="zh-CN" altLang="en-US">
              <a:solidFill>
                <a:schemeClr val="lt1">
                  <a:alpha val="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4364355" y="0"/>
            <a:ext cx="7846060" cy="6858000"/>
            <a:chOff x="6873" y="0"/>
            <a:chExt cx="12356" cy="10800"/>
          </a:xfrm>
        </p:grpSpPr>
        <p:sp>
          <p:nvSpPr>
            <p:cNvPr id="13" name="任意多边形: 形状 22"/>
            <p:cNvSpPr/>
            <p:nvPr userDrawn="1">
              <p:custDataLst>
                <p:tags r:id="rId3"/>
              </p:custDataLst>
            </p:nvPr>
          </p:nvSpPr>
          <p:spPr>
            <a:xfrm>
              <a:off x="6873" y="0"/>
              <a:ext cx="8723" cy="8100"/>
            </a:xfrm>
            <a:custGeom>
              <a:avLst/>
              <a:gdLst>
                <a:gd name="connsiteX0" fmla="*/ 3286736 w 5539139"/>
                <a:gd name="connsiteY0" fmla="*/ 0 h 5143500"/>
                <a:gd name="connsiteX1" fmla="*/ 5539139 w 5539139"/>
                <a:gd name="connsiteY1" fmla="*/ 0 h 5143500"/>
                <a:gd name="connsiteX2" fmla="*/ 2252403 w 5539139"/>
                <a:gd name="connsiteY2" fmla="*/ 5143500 h 5143500"/>
                <a:gd name="connsiteX3" fmla="*/ 0 w 5539139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9139" h="5143500">
                  <a:moveTo>
                    <a:pt x="3286736" y="0"/>
                  </a:moveTo>
                  <a:lnTo>
                    <a:pt x="5539139" y="0"/>
                  </a:lnTo>
                  <a:lnTo>
                    <a:pt x="2252403" y="5143500"/>
                  </a:lnTo>
                  <a:lnTo>
                    <a:pt x="0" y="5143500"/>
                  </a:lnTo>
                  <a:close/>
                </a:path>
              </a:pathLst>
            </a:custGeom>
            <a:gradFill flip="none" rotWithShape="1">
              <a:gsLst>
                <a:gs pos="32000">
                  <a:schemeClr val="accent1">
                    <a:alpha val="19000"/>
                  </a:schemeClr>
                </a:gs>
                <a:gs pos="100000">
                  <a:srgbClr val="ECC784">
                    <a:alpha val="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 defTabSz="457200"/>
              <a:endParaRPr lang="zh-CN" altLang="en-US"/>
            </a:p>
          </p:txBody>
        </p:sp>
        <p:sp>
          <p:nvSpPr>
            <p:cNvPr id="15" name="任意多边形: 形状 27"/>
            <p:cNvSpPr/>
            <p:nvPr userDrawn="1">
              <p:custDataLst>
                <p:tags r:id="rId4"/>
              </p:custDataLst>
            </p:nvPr>
          </p:nvSpPr>
          <p:spPr>
            <a:xfrm>
              <a:off x="8675" y="0"/>
              <a:ext cx="10555" cy="10800"/>
            </a:xfrm>
            <a:custGeom>
              <a:avLst/>
              <a:gdLst>
                <a:gd name="connsiteX0" fmla="*/ 3301972 w 5669780"/>
                <a:gd name="connsiteY0" fmla="*/ 0 h 5143500"/>
                <a:gd name="connsiteX1" fmla="*/ 5669780 w 5669780"/>
                <a:gd name="connsiteY1" fmla="*/ 0 h 5143500"/>
                <a:gd name="connsiteX2" fmla="*/ 5669780 w 5669780"/>
                <a:gd name="connsiteY2" fmla="*/ 878865 h 5143500"/>
                <a:gd name="connsiteX3" fmla="*/ 2932013 w 5669780"/>
                <a:gd name="connsiteY3" fmla="*/ 5143500 h 5143500"/>
                <a:gd name="connsiteX4" fmla="*/ 0 w 5669780"/>
                <a:gd name="connsiteY4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5" h="10800">
                  <a:moveTo>
                    <a:pt x="6933" y="0"/>
                  </a:moveTo>
                  <a:lnTo>
                    <a:pt x="10555" y="0"/>
                  </a:lnTo>
                  <a:lnTo>
                    <a:pt x="10555" y="3948"/>
                  </a:lnTo>
                  <a:lnTo>
                    <a:pt x="6156" y="10800"/>
                  </a:lnTo>
                  <a:lnTo>
                    <a:pt x="0" y="10800"/>
                  </a:lnTo>
                  <a:lnTo>
                    <a:pt x="693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  <a:alpha val="80000"/>
                  </a:schemeClr>
                </a:gs>
                <a:gs pos="100000">
                  <a:schemeClr val="accent1">
                    <a:lumMod val="40000"/>
                    <a:lumOff val="6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 defTabSz="457200"/>
              <a:endParaRPr lang="zh-CN" altLang="en-US" sz="2400"/>
            </a:p>
          </p:txBody>
        </p:sp>
        <p:pic>
          <p:nvPicPr>
            <p:cNvPr id="16" name="图片 15" descr="图片包含 建筑, 轨道, 火车, 钟表&#10;&#10;描述已自动生成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447"/>
            <a:stretch>
              <a:fillRect/>
            </a:stretch>
          </p:blipFill>
          <p:spPr>
            <a:xfrm>
              <a:off x="7639" y="1430"/>
              <a:ext cx="11591" cy="9370"/>
            </a:xfrm>
            <a:custGeom>
              <a:avLst/>
              <a:gdLst>
                <a:gd name="connsiteX0" fmla="*/ 2867034 w 6362795"/>
                <a:gd name="connsiteY0" fmla="*/ 0 h 5143500"/>
                <a:gd name="connsiteX1" fmla="*/ 6362795 w 6362795"/>
                <a:gd name="connsiteY1" fmla="*/ 0 h 5143500"/>
                <a:gd name="connsiteX2" fmla="*/ 6362795 w 6362795"/>
                <a:gd name="connsiteY2" fmla="*/ 5143500 h 5143500"/>
                <a:gd name="connsiteX3" fmla="*/ 1056490 w 6362795"/>
                <a:gd name="connsiteY3" fmla="*/ 5143500 h 5143500"/>
                <a:gd name="connsiteX4" fmla="*/ 3754465 w 6362795"/>
                <a:gd name="connsiteY4" fmla="*/ 517576 h 5143500"/>
                <a:gd name="connsiteX5" fmla="*/ 0 w 6362795"/>
                <a:gd name="connsiteY5" fmla="*/ 0 h 5143500"/>
                <a:gd name="connsiteX6" fmla="*/ 1666394 w 6362795"/>
                <a:gd name="connsiteY6" fmla="*/ 0 h 5143500"/>
                <a:gd name="connsiteX7" fmla="*/ 0 w 6362795"/>
                <a:gd name="connsiteY7" fmla="*/ 2857184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60" h="10800">
                  <a:moveTo>
                    <a:pt x="6020" y="0"/>
                  </a:moveTo>
                  <a:lnTo>
                    <a:pt x="13360" y="0"/>
                  </a:lnTo>
                  <a:lnTo>
                    <a:pt x="13360" y="10800"/>
                  </a:lnTo>
                  <a:lnTo>
                    <a:pt x="2229" y="10800"/>
                  </a:lnTo>
                  <a:lnTo>
                    <a:pt x="2229" y="10782"/>
                  </a:lnTo>
                  <a:lnTo>
                    <a:pt x="7883" y="1087"/>
                  </a:lnTo>
                  <a:lnTo>
                    <a:pt x="6020" y="0"/>
                  </a:lnTo>
                  <a:close/>
                  <a:moveTo>
                    <a:pt x="2229" y="0"/>
                  </a:moveTo>
                  <a:lnTo>
                    <a:pt x="3499" y="0"/>
                  </a:lnTo>
                  <a:lnTo>
                    <a:pt x="2229" y="2177"/>
                  </a:lnTo>
                  <a:lnTo>
                    <a:pt x="2229" y="0"/>
                  </a:lnTo>
                  <a:close/>
                  <a:moveTo>
                    <a:pt x="0" y="0"/>
                  </a:moveTo>
                  <a:lnTo>
                    <a:pt x="9" y="0"/>
                  </a:lnTo>
                  <a:lnTo>
                    <a:pt x="9" y="5984"/>
                  </a:lnTo>
                  <a:lnTo>
                    <a:pt x="0" y="5999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sp>
        <p:nvSpPr>
          <p:cNvPr id="8" name="Subtitle 7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6" name="标题 4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0" spc="0" baseline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0" y="6422390"/>
            <a:ext cx="12210415" cy="43561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1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p>
            <a:pPr lvl="0" algn="ctr" defTabSz="914400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Arial" panose="020B0604020202020204"/>
              <a:sym typeface="+mn-ea"/>
            </a:endParaRPr>
          </a:p>
        </p:txBody>
      </p:sp>
      <p:sp>
        <p:nvSpPr>
          <p:cNvPr id="3" name="椭圆 2"/>
          <p:cNvSpPr/>
          <p:nvPr userDrawn="1">
            <p:custDataLst>
              <p:tags r:id="rId10"/>
            </p:custDataLst>
          </p:nvPr>
        </p:nvSpPr>
        <p:spPr>
          <a:xfrm>
            <a:off x="319405" y="2992755"/>
            <a:ext cx="97790" cy="9779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sp>
        <p:nvSpPr>
          <p:cNvPr id="7" name="椭圆 6"/>
          <p:cNvSpPr/>
          <p:nvPr userDrawn="1">
            <p:custDataLst>
              <p:tags r:id="rId11"/>
            </p:custDataLst>
          </p:nvPr>
        </p:nvSpPr>
        <p:spPr>
          <a:xfrm>
            <a:off x="319405" y="3250565"/>
            <a:ext cx="97790" cy="9779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sp>
        <p:nvSpPr>
          <p:cNvPr id="9" name="椭圆 8"/>
          <p:cNvSpPr/>
          <p:nvPr userDrawn="1">
            <p:custDataLst>
              <p:tags r:id="rId12"/>
            </p:custDataLst>
          </p:nvPr>
        </p:nvSpPr>
        <p:spPr>
          <a:xfrm>
            <a:off x="319405" y="3509010"/>
            <a:ext cx="97790" cy="9779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sp>
        <p:nvSpPr>
          <p:cNvPr id="11" name="椭圆 10"/>
          <p:cNvSpPr/>
          <p:nvPr userDrawn="1">
            <p:custDataLst>
              <p:tags r:id="rId13"/>
            </p:custDataLst>
          </p:nvPr>
        </p:nvSpPr>
        <p:spPr>
          <a:xfrm>
            <a:off x="319405" y="3767455"/>
            <a:ext cx="97790" cy="9779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sp>
        <p:nvSpPr>
          <p:cNvPr id="14" name="任意多边形: 形状 3"/>
          <p:cNvSpPr/>
          <p:nvPr userDrawn="1">
            <p:custDataLst>
              <p:tags r:id="rId14"/>
            </p:custDataLst>
          </p:nvPr>
        </p:nvSpPr>
        <p:spPr>
          <a:xfrm>
            <a:off x="-51435" y="-15875"/>
            <a:ext cx="1786890" cy="2779395"/>
          </a:xfrm>
          <a:custGeom>
            <a:avLst/>
            <a:gdLst>
              <a:gd name="connsiteX0" fmla="*/ 86 w 2814"/>
              <a:gd name="connsiteY0" fmla="*/ 0 h 4377"/>
              <a:gd name="connsiteX1" fmla="*/ 2814 w 2814"/>
              <a:gd name="connsiteY1" fmla="*/ 25 h 4377"/>
              <a:gd name="connsiteX2" fmla="*/ 0 w 2814"/>
              <a:gd name="connsiteY2" fmla="*/ 4377 h 4377"/>
              <a:gd name="connsiteX3" fmla="*/ 76 w 2814"/>
              <a:gd name="connsiteY3" fmla="*/ 4287 h 4377"/>
              <a:gd name="connsiteX4" fmla="*/ 86 w 2814"/>
              <a:gd name="connsiteY4" fmla="*/ 0 h 4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flip="none" rotWithShape="1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defTabSz="457200"/>
            <a:endParaRPr lang="zh-CN" altLang="en-US">
              <a:solidFill>
                <a:schemeClr val="lt1">
                  <a:alpha val="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Subtitle 9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1" name="Title 10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3" Type="http://schemas.openxmlformats.org/officeDocument/2006/relationships/theme" Target="../theme/theme2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22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3691255" cy="3428365"/>
          </a:xfrm>
          <a:custGeom>
            <a:avLst/>
            <a:gdLst>
              <a:gd name="connsiteX0" fmla="*/ 3286736 w 5539139"/>
              <a:gd name="connsiteY0" fmla="*/ 0 h 5143500"/>
              <a:gd name="connsiteX1" fmla="*/ 5539139 w 5539139"/>
              <a:gd name="connsiteY1" fmla="*/ 0 h 5143500"/>
              <a:gd name="connsiteX2" fmla="*/ 2252403 w 5539139"/>
              <a:gd name="connsiteY2" fmla="*/ 5143500 h 5143500"/>
              <a:gd name="connsiteX3" fmla="*/ 0 w 5539139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flip="none" rotWithShape="1">
            <a:gsLst>
              <a:gs pos="32000">
                <a:schemeClr val="accent1">
                  <a:alpha val="5000"/>
                </a:schemeClr>
              </a:gs>
              <a:gs pos="100000">
                <a:srgbClr val="ECC784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defTabSz="457200"/>
            <a:endParaRPr lang="zh-CN" altLang="en-US"/>
          </a:p>
        </p:txBody>
      </p:sp>
      <p:sp>
        <p:nvSpPr>
          <p:cNvPr id="14" name="任意多边形: 形状 3"/>
          <p:cNvSpPr/>
          <p:nvPr userDrawn="1">
            <p:custDataLst>
              <p:tags r:id="rId14"/>
            </p:custDataLst>
          </p:nvPr>
        </p:nvSpPr>
        <p:spPr>
          <a:xfrm>
            <a:off x="-51435" y="-15875"/>
            <a:ext cx="1786890" cy="2779395"/>
          </a:xfrm>
          <a:custGeom>
            <a:avLst/>
            <a:gdLst>
              <a:gd name="connsiteX0" fmla="*/ 86 w 2814"/>
              <a:gd name="connsiteY0" fmla="*/ 0 h 4377"/>
              <a:gd name="connsiteX1" fmla="*/ 2814 w 2814"/>
              <a:gd name="connsiteY1" fmla="*/ 25 h 4377"/>
              <a:gd name="connsiteX2" fmla="*/ 0 w 2814"/>
              <a:gd name="connsiteY2" fmla="*/ 4377 h 4377"/>
              <a:gd name="connsiteX3" fmla="*/ 76 w 2814"/>
              <a:gd name="connsiteY3" fmla="*/ 4287 h 4377"/>
              <a:gd name="connsiteX4" fmla="*/ 86 w 2814"/>
              <a:gd name="connsiteY4" fmla="*/ 0 h 4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flip="none" rotWithShape="1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defTabSz="457200"/>
            <a:endParaRPr lang="zh-CN" altLang="en-US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10" name="矩形 9"/>
          <p:cNvSpPr/>
          <p:nvPr userDrawn="1">
            <p:custDataLst>
              <p:tags r:id="rId15"/>
            </p:custDataLst>
          </p:nvPr>
        </p:nvSpPr>
        <p:spPr>
          <a:xfrm>
            <a:off x="0" y="6548755"/>
            <a:ext cx="12192635" cy="309245"/>
          </a:xfrm>
          <a:prstGeom prst="rect">
            <a:avLst/>
          </a:prstGeom>
          <a:gradFill flip="none" rotWithShape="1">
            <a:gsLst>
              <a:gs pos="98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1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endParaRPr lang="zh-CN" altLang="en-US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</p:spTree>
    <p:custDataLst>
      <p:tags r:id="rId2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accent1">
              <a:lumMod val="75000"/>
            </a:schemeClr>
          </a:solidFill>
          <a:effectLst/>
          <a:uFill>
            <a:solidFill>
              <a:schemeClr val="accent1">
                <a:lumMod val="50000"/>
              </a:schemeClr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1" Type="http://schemas.openxmlformats.org/officeDocument/2006/relationships/slideLayout" Target="../slideLayouts/slideLayout16.xml"/><Relationship Id="rId20" Type="http://schemas.openxmlformats.org/officeDocument/2006/relationships/tags" Target="../tags/tag136.xml"/><Relationship Id="rId2" Type="http://schemas.openxmlformats.org/officeDocument/2006/relationships/tags" Target="../tags/tag118.xml"/><Relationship Id="rId19" Type="http://schemas.openxmlformats.org/officeDocument/2006/relationships/tags" Target="../tags/tag135.xml"/><Relationship Id="rId18" Type="http://schemas.openxmlformats.org/officeDocument/2006/relationships/tags" Target="../tags/tag134.xml"/><Relationship Id="rId17" Type="http://schemas.openxmlformats.org/officeDocument/2006/relationships/tags" Target="../tags/tag133.xml"/><Relationship Id="rId16" Type="http://schemas.openxmlformats.org/officeDocument/2006/relationships/tags" Target="../tags/tag132.xml"/><Relationship Id="rId15" Type="http://schemas.openxmlformats.org/officeDocument/2006/relationships/tags" Target="../tags/tag131.xml"/><Relationship Id="rId14" Type="http://schemas.openxmlformats.org/officeDocument/2006/relationships/tags" Target="../tags/tag130.xml"/><Relationship Id="rId13" Type="http://schemas.openxmlformats.org/officeDocument/2006/relationships/tags" Target="../tags/tag12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tags" Target="../tags/tag11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5" Type="http://schemas.openxmlformats.org/officeDocument/2006/relationships/slideLayout" Target="../slideLayouts/slideLayout16.xml"/><Relationship Id="rId24" Type="http://schemas.openxmlformats.org/officeDocument/2006/relationships/tags" Target="../tags/tag160.xml"/><Relationship Id="rId23" Type="http://schemas.openxmlformats.org/officeDocument/2006/relationships/tags" Target="../tags/tag159.xml"/><Relationship Id="rId22" Type="http://schemas.openxmlformats.org/officeDocument/2006/relationships/tags" Target="../tags/tag158.xml"/><Relationship Id="rId21" Type="http://schemas.openxmlformats.org/officeDocument/2006/relationships/tags" Target="../tags/tag157.xml"/><Relationship Id="rId20" Type="http://schemas.openxmlformats.org/officeDocument/2006/relationships/tags" Target="../tags/tag156.xml"/><Relationship Id="rId2" Type="http://schemas.openxmlformats.org/officeDocument/2006/relationships/tags" Target="../tags/tag138.xml"/><Relationship Id="rId19" Type="http://schemas.openxmlformats.org/officeDocument/2006/relationships/tags" Target="../tags/tag155.xml"/><Relationship Id="rId18" Type="http://schemas.openxmlformats.org/officeDocument/2006/relationships/tags" Target="../tags/tag154.xml"/><Relationship Id="rId17" Type="http://schemas.openxmlformats.org/officeDocument/2006/relationships/tags" Target="../tags/tag153.xml"/><Relationship Id="rId16" Type="http://schemas.openxmlformats.org/officeDocument/2006/relationships/tags" Target="../tags/tag152.xml"/><Relationship Id="rId15" Type="http://schemas.openxmlformats.org/officeDocument/2006/relationships/tags" Target="../tags/tag151.xml"/><Relationship Id="rId14" Type="http://schemas.openxmlformats.org/officeDocument/2006/relationships/tags" Target="../tags/tag150.xml"/><Relationship Id="rId13" Type="http://schemas.openxmlformats.org/officeDocument/2006/relationships/tags" Target="../tags/tag149.xml"/><Relationship Id="rId12" Type="http://schemas.openxmlformats.org/officeDocument/2006/relationships/tags" Target="../tags/tag148.xml"/><Relationship Id="rId11" Type="http://schemas.openxmlformats.org/officeDocument/2006/relationships/tags" Target="../tags/tag147.xml"/><Relationship Id="rId10" Type="http://schemas.openxmlformats.org/officeDocument/2006/relationships/tags" Target="../tags/tag146.xml"/><Relationship Id="rId1" Type="http://schemas.openxmlformats.org/officeDocument/2006/relationships/tags" Target="../tags/tag137.xml"/></Relationships>
</file>

<file path=ppt/slides/_rels/slide4.xml.rels><?xml version="1.0" encoding="UTF-8" standalone="yes"?>
<Relationships xmlns="http://schemas.openxmlformats.org/package/2006/relationships"><Relationship Id="rId99" Type="http://schemas.openxmlformats.org/officeDocument/2006/relationships/tags" Target="../tags/tag231.xml"/><Relationship Id="rId98" Type="http://schemas.openxmlformats.org/officeDocument/2006/relationships/tags" Target="../tags/tag230.xml"/><Relationship Id="rId97" Type="http://schemas.openxmlformats.org/officeDocument/2006/relationships/image" Target="../media/image31.svg"/><Relationship Id="rId96" Type="http://schemas.openxmlformats.org/officeDocument/2006/relationships/image" Target="../media/image30.png"/><Relationship Id="rId95" Type="http://schemas.openxmlformats.org/officeDocument/2006/relationships/tags" Target="../tags/tag229.xml"/><Relationship Id="rId94" Type="http://schemas.openxmlformats.org/officeDocument/2006/relationships/tags" Target="../tags/tag228.xml"/><Relationship Id="rId93" Type="http://schemas.openxmlformats.org/officeDocument/2006/relationships/tags" Target="../tags/tag227.xml"/><Relationship Id="rId92" Type="http://schemas.openxmlformats.org/officeDocument/2006/relationships/tags" Target="../tags/tag226.xml"/><Relationship Id="rId91" Type="http://schemas.openxmlformats.org/officeDocument/2006/relationships/tags" Target="../tags/tag225.xml"/><Relationship Id="rId90" Type="http://schemas.openxmlformats.org/officeDocument/2006/relationships/image" Target="../media/image29.svg"/><Relationship Id="rId9" Type="http://schemas.openxmlformats.org/officeDocument/2006/relationships/tags" Target="../tags/tag167.xml"/><Relationship Id="rId89" Type="http://schemas.openxmlformats.org/officeDocument/2006/relationships/image" Target="../media/image28.png"/><Relationship Id="rId88" Type="http://schemas.openxmlformats.org/officeDocument/2006/relationships/tags" Target="../tags/tag224.xml"/><Relationship Id="rId87" Type="http://schemas.openxmlformats.org/officeDocument/2006/relationships/tags" Target="../tags/tag223.xml"/><Relationship Id="rId86" Type="http://schemas.openxmlformats.org/officeDocument/2006/relationships/tags" Target="../tags/tag222.xml"/><Relationship Id="rId85" Type="http://schemas.openxmlformats.org/officeDocument/2006/relationships/tags" Target="../tags/tag221.xml"/><Relationship Id="rId84" Type="http://schemas.openxmlformats.org/officeDocument/2006/relationships/tags" Target="../tags/tag220.xml"/><Relationship Id="rId83" Type="http://schemas.openxmlformats.org/officeDocument/2006/relationships/image" Target="../media/image27.svg"/><Relationship Id="rId82" Type="http://schemas.openxmlformats.org/officeDocument/2006/relationships/image" Target="../media/image26.png"/><Relationship Id="rId81" Type="http://schemas.openxmlformats.org/officeDocument/2006/relationships/tags" Target="../tags/tag219.xml"/><Relationship Id="rId80" Type="http://schemas.openxmlformats.org/officeDocument/2006/relationships/tags" Target="../tags/tag218.xml"/><Relationship Id="rId8" Type="http://schemas.openxmlformats.org/officeDocument/2006/relationships/tags" Target="../tags/tag166.xml"/><Relationship Id="rId79" Type="http://schemas.openxmlformats.org/officeDocument/2006/relationships/tags" Target="../tags/tag217.xml"/><Relationship Id="rId78" Type="http://schemas.openxmlformats.org/officeDocument/2006/relationships/tags" Target="../tags/tag216.xml"/><Relationship Id="rId77" Type="http://schemas.openxmlformats.org/officeDocument/2006/relationships/tags" Target="../tags/tag215.xml"/><Relationship Id="rId76" Type="http://schemas.openxmlformats.org/officeDocument/2006/relationships/image" Target="../media/image25.svg"/><Relationship Id="rId75" Type="http://schemas.openxmlformats.org/officeDocument/2006/relationships/image" Target="../media/image24.png"/><Relationship Id="rId74" Type="http://schemas.openxmlformats.org/officeDocument/2006/relationships/tags" Target="../tags/tag214.xml"/><Relationship Id="rId73" Type="http://schemas.openxmlformats.org/officeDocument/2006/relationships/tags" Target="../tags/tag213.xml"/><Relationship Id="rId72" Type="http://schemas.openxmlformats.org/officeDocument/2006/relationships/tags" Target="../tags/tag212.xml"/><Relationship Id="rId71" Type="http://schemas.openxmlformats.org/officeDocument/2006/relationships/tags" Target="../tags/tag211.xml"/><Relationship Id="rId70" Type="http://schemas.openxmlformats.org/officeDocument/2006/relationships/tags" Target="../tags/tag210.xml"/><Relationship Id="rId7" Type="http://schemas.openxmlformats.org/officeDocument/2006/relationships/tags" Target="../tags/tag165.xml"/><Relationship Id="rId69" Type="http://schemas.openxmlformats.org/officeDocument/2006/relationships/image" Target="../media/image23.svg"/><Relationship Id="rId68" Type="http://schemas.openxmlformats.org/officeDocument/2006/relationships/image" Target="../media/image22.png"/><Relationship Id="rId67" Type="http://schemas.openxmlformats.org/officeDocument/2006/relationships/tags" Target="../tags/tag209.xml"/><Relationship Id="rId66" Type="http://schemas.openxmlformats.org/officeDocument/2006/relationships/tags" Target="../tags/tag208.xml"/><Relationship Id="rId65" Type="http://schemas.openxmlformats.org/officeDocument/2006/relationships/tags" Target="../tags/tag207.xml"/><Relationship Id="rId64" Type="http://schemas.openxmlformats.org/officeDocument/2006/relationships/tags" Target="../tags/tag206.xml"/><Relationship Id="rId63" Type="http://schemas.openxmlformats.org/officeDocument/2006/relationships/tags" Target="../tags/tag205.xml"/><Relationship Id="rId62" Type="http://schemas.openxmlformats.org/officeDocument/2006/relationships/image" Target="../media/image21.svg"/><Relationship Id="rId61" Type="http://schemas.openxmlformats.org/officeDocument/2006/relationships/image" Target="../media/image20.png"/><Relationship Id="rId60" Type="http://schemas.openxmlformats.org/officeDocument/2006/relationships/tags" Target="../tags/tag204.xml"/><Relationship Id="rId6" Type="http://schemas.openxmlformats.org/officeDocument/2006/relationships/image" Target="../media/image5.svg"/><Relationship Id="rId59" Type="http://schemas.openxmlformats.org/officeDocument/2006/relationships/tags" Target="../tags/tag203.xml"/><Relationship Id="rId58" Type="http://schemas.openxmlformats.org/officeDocument/2006/relationships/tags" Target="../tags/tag202.xml"/><Relationship Id="rId57" Type="http://schemas.openxmlformats.org/officeDocument/2006/relationships/tags" Target="../tags/tag201.xml"/><Relationship Id="rId56" Type="http://schemas.openxmlformats.org/officeDocument/2006/relationships/tags" Target="../tags/tag200.xml"/><Relationship Id="rId55" Type="http://schemas.openxmlformats.org/officeDocument/2006/relationships/image" Target="../media/image19.svg"/><Relationship Id="rId54" Type="http://schemas.openxmlformats.org/officeDocument/2006/relationships/image" Target="../media/image18.png"/><Relationship Id="rId53" Type="http://schemas.openxmlformats.org/officeDocument/2006/relationships/tags" Target="../tags/tag199.xml"/><Relationship Id="rId52" Type="http://schemas.openxmlformats.org/officeDocument/2006/relationships/tags" Target="../tags/tag198.xml"/><Relationship Id="rId51" Type="http://schemas.openxmlformats.org/officeDocument/2006/relationships/tags" Target="../tags/tag197.xml"/><Relationship Id="rId50" Type="http://schemas.openxmlformats.org/officeDocument/2006/relationships/tags" Target="../tags/tag196.xml"/><Relationship Id="rId5" Type="http://schemas.openxmlformats.org/officeDocument/2006/relationships/image" Target="../media/image4.png"/><Relationship Id="rId49" Type="http://schemas.openxmlformats.org/officeDocument/2006/relationships/tags" Target="../tags/tag195.xml"/><Relationship Id="rId48" Type="http://schemas.openxmlformats.org/officeDocument/2006/relationships/image" Target="../media/image17.svg"/><Relationship Id="rId47" Type="http://schemas.openxmlformats.org/officeDocument/2006/relationships/image" Target="../media/image16.png"/><Relationship Id="rId46" Type="http://schemas.openxmlformats.org/officeDocument/2006/relationships/tags" Target="../tags/tag194.xml"/><Relationship Id="rId45" Type="http://schemas.openxmlformats.org/officeDocument/2006/relationships/tags" Target="../tags/tag193.xml"/><Relationship Id="rId44" Type="http://schemas.openxmlformats.org/officeDocument/2006/relationships/tags" Target="../tags/tag192.xml"/><Relationship Id="rId43" Type="http://schemas.openxmlformats.org/officeDocument/2006/relationships/tags" Target="../tags/tag191.xml"/><Relationship Id="rId42" Type="http://schemas.openxmlformats.org/officeDocument/2006/relationships/tags" Target="../tags/tag190.xml"/><Relationship Id="rId41" Type="http://schemas.openxmlformats.org/officeDocument/2006/relationships/image" Target="../media/image15.svg"/><Relationship Id="rId40" Type="http://schemas.openxmlformats.org/officeDocument/2006/relationships/image" Target="../media/image14.png"/><Relationship Id="rId4" Type="http://schemas.openxmlformats.org/officeDocument/2006/relationships/tags" Target="../tags/tag164.xml"/><Relationship Id="rId39" Type="http://schemas.openxmlformats.org/officeDocument/2006/relationships/tags" Target="../tags/tag189.xml"/><Relationship Id="rId38" Type="http://schemas.openxmlformats.org/officeDocument/2006/relationships/tags" Target="../tags/tag188.xml"/><Relationship Id="rId37" Type="http://schemas.openxmlformats.org/officeDocument/2006/relationships/tags" Target="../tags/tag187.xml"/><Relationship Id="rId36" Type="http://schemas.openxmlformats.org/officeDocument/2006/relationships/tags" Target="../tags/tag186.xml"/><Relationship Id="rId35" Type="http://schemas.openxmlformats.org/officeDocument/2006/relationships/tags" Target="../tags/tag185.xml"/><Relationship Id="rId34" Type="http://schemas.openxmlformats.org/officeDocument/2006/relationships/image" Target="../media/image13.svg"/><Relationship Id="rId33" Type="http://schemas.openxmlformats.org/officeDocument/2006/relationships/image" Target="../media/image12.png"/><Relationship Id="rId32" Type="http://schemas.openxmlformats.org/officeDocument/2006/relationships/tags" Target="../tags/tag184.xml"/><Relationship Id="rId31" Type="http://schemas.openxmlformats.org/officeDocument/2006/relationships/tags" Target="../tags/tag183.xml"/><Relationship Id="rId30" Type="http://schemas.openxmlformats.org/officeDocument/2006/relationships/tags" Target="../tags/tag182.xml"/><Relationship Id="rId3" Type="http://schemas.openxmlformats.org/officeDocument/2006/relationships/tags" Target="../tags/tag163.xml"/><Relationship Id="rId29" Type="http://schemas.openxmlformats.org/officeDocument/2006/relationships/tags" Target="../tags/tag181.xml"/><Relationship Id="rId28" Type="http://schemas.openxmlformats.org/officeDocument/2006/relationships/tags" Target="../tags/tag180.xml"/><Relationship Id="rId27" Type="http://schemas.openxmlformats.org/officeDocument/2006/relationships/image" Target="../media/image11.svg"/><Relationship Id="rId26" Type="http://schemas.openxmlformats.org/officeDocument/2006/relationships/image" Target="../media/image10.png"/><Relationship Id="rId25" Type="http://schemas.openxmlformats.org/officeDocument/2006/relationships/tags" Target="../tags/tag179.xml"/><Relationship Id="rId24" Type="http://schemas.openxmlformats.org/officeDocument/2006/relationships/tags" Target="../tags/tag178.xml"/><Relationship Id="rId23" Type="http://schemas.openxmlformats.org/officeDocument/2006/relationships/tags" Target="../tags/tag177.xml"/><Relationship Id="rId22" Type="http://schemas.openxmlformats.org/officeDocument/2006/relationships/tags" Target="../tags/tag176.xml"/><Relationship Id="rId21" Type="http://schemas.openxmlformats.org/officeDocument/2006/relationships/tags" Target="../tags/tag175.xml"/><Relationship Id="rId20" Type="http://schemas.openxmlformats.org/officeDocument/2006/relationships/image" Target="../media/image9.svg"/><Relationship Id="rId2" Type="http://schemas.openxmlformats.org/officeDocument/2006/relationships/tags" Target="../tags/tag162.xml"/><Relationship Id="rId19" Type="http://schemas.openxmlformats.org/officeDocument/2006/relationships/image" Target="../media/image8.png"/><Relationship Id="rId18" Type="http://schemas.openxmlformats.org/officeDocument/2006/relationships/tags" Target="../tags/tag174.xml"/><Relationship Id="rId17" Type="http://schemas.openxmlformats.org/officeDocument/2006/relationships/tags" Target="../tags/tag173.xml"/><Relationship Id="rId16" Type="http://schemas.openxmlformats.org/officeDocument/2006/relationships/tags" Target="../tags/tag172.xml"/><Relationship Id="rId15" Type="http://schemas.openxmlformats.org/officeDocument/2006/relationships/tags" Target="../tags/tag171.xml"/><Relationship Id="rId14" Type="http://schemas.openxmlformats.org/officeDocument/2006/relationships/tags" Target="../tags/tag170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169.xml"/><Relationship Id="rId100" Type="http://schemas.openxmlformats.org/officeDocument/2006/relationships/slideLayout" Target="../slideLayouts/slideLayout16.xml"/><Relationship Id="rId10" Type="http://schemas.openxmlformats.org/officeDocument/2006/relationships/tags" Target="../tags/tag168.xml"/><Relationship Id="rId1" Type="http://schemas.openxmlformats.org/officeDocument/2006/relationships/tags" Target="../tags/tag161.xml"/></Relationships>
</file>

<file path=ppt/slides/_rels/slide5.xml.rels><?xml version="1.0" encoding="UTF-8" standalone="yes"?>
<Relationships xmlns="http://schemas.openxmlformats.org/package/2006/relationships"><Relationship Id="rId99" Type="http://schemas.openxmlformats.org/officeDocument/2006/relationships/image" Target="../media/image44.png"/><Relationship Id="rId98" Type="http://schemas.openxmlformats.org/officeDocument/2006/relationships/tags" Target="../tags/tag317.xml"/><Relationship Id="rId97" Type="http://schemas.openxmlformats.org/officeDocument/2006/relationships/tags" Target="../tags/tag316.xml"/><Relationship Id="rId96" Type="http://schemas.openxmlformats.org/officeDocument/2006/relationships/tags" Target="../tags/tag315.xml"/><Relationship Id="rId95" Type="http://schemas.openxmlformats.org/officeDocument/2006/relationships/tags" Target="../tags/tag314.xml"/><Relationship Id="rId94" Type="http://schemas.openxmlformats.org/officeDocument/2006/relationships/tags" Target="../tags/tag313.xml"/><Relationship Id="rId93" Type="http://schemas.openxmlformats.org/officeDocument/2006/relationships/tags" Target="../tags/tag312.xml"/><Relationship Id="rId92" Type="http://schemas.openxmlformats.org/officeDocument/2006/relationships/tags" Target="../tags/tag311.xml"/><Relationship Id="rId91" Type="http://schemas.openxmlformats.org/officeDocument/2006/relationships/tags" Target="../tags/tag310.xml"/><Relationship Id="rId90" Type="http://schemas.openxmlformats.org/officeDocument/2006/relationships/tags" Target="../tags/tag309.xml"/><Relationship Id="rId9" Type="http://schemas.openxmlformats.org/officeDocument/2006/relationships/tags" Target="../tags/tag238.xml"/><Relationship Id="rId89" Type="http://schemas.openxmlformats.org/officeDocument/2006/relationships/tags" Target="../tags/tag308.xml"/><Relationship Id="rId88" Type="http://schemas.openxmlformats.org/officeDocument/2006/relationships/image" Target="../media/image43.svg"/><Relationship Id="rId87" Type="http://schemas.openxmlformats.org/officeDocument/2006/relationships/image" Target="../media/image42.png"/><Relationship Id="rId86" Type="http://schemas.openxmlformats.org/officeDocument/2006/relationships/tags" Target="../tags/tag307.xml"/><Relationship Id="rId85" Type="http://schemas.openxmlformats.org/officeDocument/2006/relationships/tags" Target="../tags/tag306.xml"/><Relationship Id="rId84" Type="http://schemas.openxmlformats.org/officeDocument/2006/relationships/tags" Target="../tags/tag305.xml"/><Relationship Id="rId83" Type="http://schemas.openxmlformats.org/officeDocument/2006/relationships/tags" Target="../tags/tag304.xml"/><Relationship Id="rId82" Type="http://schemas.openxmlformats.org/officeDocument/2006/relationships/tags" Target="../tags/tag303.xml"/><Relationship Id="rId81" Type="http://schemas.openxmlformats.org/officeDocument/2006/relationships/tags" Target="../tags/tag302.xml"/><Relationship Id="rId80" Type="http://schemas.openxmlformats.org/officeDocument/2006/relationships/tags" Target="../tags/tag301.xml"/><Relationship Id="rId8" Type="http://schemas.openxmlformats.org/officeDocument/2006/relationships/tags" Target="../tags/tag237.xml"/><Relationship Id="rId79" Type="http://schemas.openxmlformats.org/officeDocument/2006/relationships/tags" Target="../tags/tag300.xml"/><Relationship Id="rId78" Type="http://schemas.openxmlformats.org/officeDocument/2006/relationships/tags" Target="../tags/tag299.xml"/><Relationship Id="rId77" Type="http://schemas.openxmlformats.org/officeDocument/2006/relationships/tags" Target="../tags/tag298.xml"/><Relationship Id="rId76" Type="http://schemas.openxmlformats.org/officeDocument/2006/relationships/tags" Target="../tags/tag297.xml"/><Relationship Id="rId75" Type="http://schemas.openxmlformats.org/officeDocument/2006/relationships/tags" Target="../tags/tag296.xml"/><Relationship Id="rId74" Type="http://schemas.openxmlformats.org/officeDocument/2006/relationships/tags" Target="../tags/tag295.xml"/><Relationship Id="rId73" Type="http://schemas.openxmlformats.org/officeDocument/2006/relationships/tags" Target="../tags/tag294.xml"/><Relationship Id="rId72" Type="http://schemas.openxmlformats.org/officeDocument/2006/relationships/image" Target="../media/image41.svg"/><Relationship Id="rId71" Type="http://schemas.openxmlformats.org/officeDocument/2006/relationships/image" Target="../media/image40.png"/><Relationship Id="rId70" Type="http://schemas.openxmlformats.org/officeDocument/2006/relationships/tags" Target="../tags/tag293.xml"/><Relationship Id="rId7" Type="http://schemas.openxmlformats.org/officeDocument/2006/relationships/tags" Target="../tags/tag236.xml"/><Relationship Id="rId69" Type="http://schemas.openxmlformats.org/officeDocument/2006/relationships/tags" Target="../tags/tag292.xml"/><Relationship Id="rId68" Type="http://schemas.openxmlformats.org/officeDocument/2006/relationships/tags" Target="../tags/tag291.xml"/><Relationship Id="rId67" Type="http://schemas.openxmlformats.org/officeDocument/2006/relationships/tags" Target="../tags/tag290.xml"/><Relationship Id="rId66" Type="http://schemas.openxmlformats.org/officeDocument/2006/relationships/tags" Target="../tags/tag289.xml"/><Relationship Id="rId65" Type="http://schemas.openxmlformats.org/officeDocument/2006/relationships/tags" Target="../tags/tag288.xml"/><Relationship Id="rId64" Type="http://schemas.openxmlformats.org/officeDocument/2006/relationships/tags" Target="../tags/tag287.xml"/><Relationship Id="rId63" Type="http://schemas.openxmlformats.org/officeDocument/2006/relationships/tags" Target="../tags/tag286.xml"/><Relationship Id="rId62" Type="http://schemas.openxmlformats.org/officeDocument/2006/relationships/tags" Target="../tags/tag285.xml"/><Relationship Id="rId61" Type="http://schemas.openxmlformats.org/officeDocument/2006/relationships/tags" Target="../tags/tag284.xml"/><Relationship Id="rId60" Type="http://schemas.openxmlformats.org/officeDocument/2006/relationships/tags" Target="../tags/tag283.xml"/><Relationship Id="rId6" Type="http://schemas.openxmlformats.org/officeDocument/2006/relationships/image" Target="../media/image33.svg"/><Relationship Id="rId59" Type="http://schemas.openxmlformats.org/officeDocument/2006/relationships/tags" Target="../tags/tag282.xml"/><Relationship Id="rId58" Type="http://schemas.openxmlformats.org/officeDocument/2006/relationships/tags" Target="../tags/tag281.xml"/><Relationship Id="rId57" Type="http://schemas.openxmlformats.org/officeDocument/2006/relationships/tags" Target="../tags/tag280.xml"/><Relationship Id="rId56" Type="http://schemas.openxmlformats.org/officeDocument/2006/relationships/image" Target="../media/image39.svg"/><Relationship Id="rId55" Type="http://schemas.openxmlformats.org/officeDocument/2006/relationships/image" Target="../media/image38.png"/><Relationship Id="rId54" Type="http://schemas.openxmlformats.org/officeDocument/2006/relationships/tags" Target="../tags/tag279.xml"/><Relationship Id="rId53" Type="http://schemas.openxmlformats.org/officeDocument/2006/relationships/tags" Target="../tags/tag278.xml"/><Relationship Id="rId52" Type="http://schemas.openxmlformats.org/officeDocument/2006/relationships/tags" Target="../tags/tag277.xml"/><Relationship Id="rId51" Type="http://schemas.openxmlformats.org/officeDocument/2006/relationships/tags" Target="../tags/tag276.xml"/><Relationship Id="rId50" Type="http://schemas.openxmlformats.org/officeDocument/2006/relationships/tags" Target="../tags/tag275.xml"/><Relationship Id="rId5" Type="http://schemas.openxmlformats.org/officeDocument/2006/relationships/image" Target="../media/image32.png"/><Relationship Id="rId49" Type="http://schemas.openxmlformats.org/officeDocument/2006/relationships/tags" Target="../tags/tag274.xml"/><Relationship Id="rId48" Type="http://schemas.openxmlformats.org/officeDocument/2006/relationships/tags" Target="../tags/tag273.xml"/><Relationship Id="rId47" Type="http://schemas.openxmlformats.org/officeDocument/2006/relationships/tags" Target="../tags/tag272.xml"/><Relationship Id="rId46" Type="http://schemas.openxmlformats.org/officeDocument/2006/relationships/tags" Target="../tags/tag271.xml"/><Relationship Id="rId45" Type="http://schemas.openxmlformats.org/officeDocument/2006/relationships/tags" Target="../tags/tag270.xml"/><Relationship Id="rId44" Type="http://schemas.openxmlformats.org/officeDocument/2006/relationships/tags" Target="../tags/tag269.xml"/><Relationship Id="rId43" Type="http://schemas.openxmlformats.org/officeDocument/2006/relationships/tags" Target="../tags/tag268.xml"/><Relationship Id="rId42" Type="http://schemas.openxmlformats.org/officeDocument/2006/relationships/tags" Target="../tags/tag267.xml"/><Relationship Id="rId41" Type="http://schemas.openxmlformats.org/officeDocument/2006/relationships/tags" Target="../tags/tag266.xml"/><Relationship Id="rId40" Type="http://schemas.openxmlformats.org/officeDocument/2006/relationships/image" Target="../media/image37.svg"/><Relationship Id="rId4" Type="http://schemas.openxmlformats.org/officeDocument/2006/relationships/tags" Target="../tags/tag235.xml"/><Relationship Id="rId39" Type="http://schemas.openxmlformats.org/officeDocument/2006/relationships/image" Target="../media/image36.png"/><Relationship Id="rId38" Type="http://schemas.openxmlformats.org/officeDocument/2006/relationships/tags" Target="../tags/tag265.xml"/><Relationship Id="rId37" Type="http://schemas.openxmlformats.org/officeDocument/2006/relationships/tags" Target="../tags/tag264.xml"/><Relationship Id="rId36" Type="http://schemas.openxmlformats.org/officeDocument/2006/relationships/tags" Target="../tags/tag263.xml"/><Relationship Id="rId35" Type="http://schemas.openxmlformats.org/officeDocument/2006/relationships/tags" Target="../tags/tag262.xml"/><Relationship Id="rId34" Type="http://schemas.openxmlformats.org/officeDocument/2006/relationships/tags" Target="../tags/tag261.xml"/><Relationship Id="rId33" Type="http://schemas.openxmlformats.org/officeDocument/2006/relationships/tags" Target="../tags/tag260.xml"/><Relationship Id="rId32" Type="http://schemas.openxmlformats.org/officeDocument/2006/relationships/tags" Target="../tags/tag259.xml"/><Relationship Id="rId31" Type="http://schemas.openxmlformats.org/officeDocument/2006/relationships/tags" Target="../tags/tag258.xml"/><Relationship Id="rId30" Type="http://schemas.openxmlformats.org/officeDocument/2006/relationships/tags" Target="../tags/tag257.xml"/><Relationship Id="rId3" Type="http://schemas.openxmlformats.org/officeDocument/2006/relationships/tags" Target="../tags/tag234.xml"/><Relationship Id="rId29" Type="http://schemas.openxmlformats.org/officeDocument/2006/relationships/tags" Target="../tags/tag256.xml"/><Relationship Id="rId28" Type="http://schemas.openxmlformats.org/officeDocument/2006/relationships/tags" Target="../tags/tag255.xml"/><Relationship Id="rId27" Type="http://schemas.openxmlformats.org/officeDocument/2006/relationships/tags" Target="../tags/tag254.xml"/><Relationship Id="rId26" Type="http://schemas.openxmlformats.org/officeDocument/2006/relationships/tags" Target="../tags/tag253.xml"/><Relationship Id="rId25" Type="http://schemas.openxmlformats.org/officeDocument/2006/relationships/tags" Target="../tags/tag252.xml"/><Relationship Id="rId24" Type="http://schemas.openxmlformats.org/officeDocument/2006/relationships/image" Target="../media/image35.svg"/><Relationship Id="rId23" Type="http://schemas.openxmlformats.org/officeDocument/2006/relationships/image" Target="../media/image34.png"/><Relationship Id="rId22" Type="http://schemas.openxmlformats.org/officeDocument/2006/relationships/tags" Target="../tags/tag251.xml"/><Relationship Id="rId21" Type="http://schemas.openxmlformats.org/officeDocument/2006/relationships/tags" Target="../tags/tag250.xml"/><Relationship Id="rId20" Type="http://schemas.openxmlformats.org/officeDocument/2006/relationships/tags" Target="../tags/tag249.xml"/><Relationship Id="rId2" Type="http://schemas.openxmlformats.org/officeDocument/2006/relationships/tags" Target="../tags/tag233.xml"/><Relationship Id="rId19" Type="http://schemas.openxmlformats.org/officeDocument/2006/relationships/tags" Target="../tags/tag248.xml"/><Relationship Id="rId18" Type="http://schemas.openxmlformats.org/officeDocument/2006/relationships/tags" Target="../tags/tag247.xml"/><Relationship Id="rId17" Type="http://schemas.openxmlformats.org/officeDocument/2006/relationships/tags" Target="../tags/tag246.xml"/><Relationship Id="rId16" Type="http://schemas.openxmlformats.org/officeDocument/2006/relationships/tags" Target="../tags/tag245.xml"/><Relationship Id="rId15" Type="http://schemas.openxmlformats.org/officeDocument/2006/relationships/tags" Target="../tags/tag244.xml"/><Relationship Id="rId14" Type="http://schemas.openxmlformats.org/officeDocument/2006/relationships/tags" Target="../tags/tag243.xml"/><Relationship Id="rId13" Type="http://schemas.openxmlformats.org/officeDocument/2006/relationships/tags" Target="../tags/tag242.xml"/><Relationship Id="rId12" Type="http://schemas.openxmlformats.org/officeDocument/2006/relationships/tags" Target="../tags/tag241.xml"/><Relationship Id="rId111" Type="http://schemas.openxmlformats.org/officeDocument/2006/relationships/slideLayout" Target="../slideLayouts/slideLayout16.xml"/><Relationship Id="rId110" Type="http://schemas.openxmlformats.org/officeDocument/2006/relationships/tags" Target="../tags/tag327.xml"/><Relationship Id="rId11" Type="http://schemas.openxmlformats.org/officeDocument/2006/relationships/tags" Target="../tags/tag240.xml"/><Relationship Id="rId109" Type="http://schemas.openxmlformats.org/officeDocument/2006/relationships/tags" Target="../tags/tag326.xml"/><Relationship Id="rId108" Type="http://schemas.openxmlformats.org/officeDocument/2006/relationships/tags" Target="../tags/tag325.xml"/><Relationship Id="rId107" Type="http://schemas.openxmlformats.org/officeDocument/2006/relationships/tags" Target="../tags/tag324.xml"/><Relationship Id="rId106" Type="http://schemas.openxmlformats.org/officeDocument/2006/relationships/tags" Target="../tags/tag323.xml"/><Relationship Id="rId105" Type="http://schemas.openxmlformats.org/officeDocument/2006/relationships/tags" Target="../tags/tag322.xml"/><Relationship Id="rId104" Type="http://schemas.openxmlformats.org/officeDocument/2006/relationships/tags" Target="../tags/tag321.xml"/><Relationship Id="rId103" Type="http://schemas.openxmlformats.org/officeDocument/2006/relationships/tags" Target="../tags/tag320.xml"/><Relationship Id="rId102" Type="http://schemas.openxmlformats.org/officeDocument/2006/relationships/tags" Target="../tags/tag319.xml"/><Relationship Id="rId101" Type="http://schemas.openxmlformats.org/officeDocument/2006/relationships/tags" Target="../tags/tag318.xml"/><Relationship Id="rId100" Type="http://schemas.openxmlformats.org/officeDocument/2006/relationships/image" Target="../media/image45.svg"/><Relationship Id="rId10" Type="http://schemas.openxmlformats.org/officeDocument/2006/relationships/tags" Target="../tags/tag239.xml"/><Relationship Id="rId1" Type="http://schemas.openxmlformats.org/officeDocument/2006/relationships/tags" Target="../tags/tag232.xml"/></Relationships>
</file>

<file path=ppt/slides/_rels/slide6.xml.rels><?xml version="1.0" encoding="UTF-8" standalone="yes"?>
<Relationships xmlns="http://schemas.openxmlformats.org/package/2006/relationships"><Relationship Id="rId99" Type="http://schemas.openxmlformats.org/officeDocument/2006/relationships/tags" Target="../tags/tag410.xml"/><Relationship Id="rId98" Type="http://schemas.openxmlformats.org/officeDocument/2006/relationships/tags" Target="../tags/tag409.xml"/><Relationship Id="rId97" Type="http://schemas.openxmlformats.org/officeDocument/2006/relationships/image" Target="../media/image61.svg"/><Relationship Id="rId96" Type="http://schemas.openxmlformats.org/officeDocument/2006/relationships/image" Target="../media/image60.png"/><Relationship Id="rId95" Type="http://schemas.openxmlformats.org/officeDocument/2006/relationships/tags" Target="../tags/tag408.xml"/><Relationship Id="rId94" Type="http://schemas.openxmlformats.org/officeDocument/2006/relationships/tags" Target="../tags/tag407.xml"/><Relationship Id="rId93" Type="http://schemas.openxmlformats.org/officeDocument/2006/relationships/tags" Target="../tags/tag406.xml"/><Relationship Id="rId92" Type="http://schemas.openxmlformats.org/officeDocument/2006/relationships/tags" Target="../tags/tag405.xml"/><Relationship Id="rId91" Type="http://schemas.openxmlformats.org/officeDocument/2006/relationships/image" Target="../media/image59.svg"/><Relationship Id="rId90" Type="http://schemas.openxmlformats.org/officeDocument/2006/relationships/image" Target="../media/image58.png"/><Relationship Id="rId9" Type="http://schemas.openxmlformats.org/officeDocument/2006/relationships/tags" Target="../tags/tag334.xml"/><Relationship Id="rId89" Type="http://schemas.openxmlformats.org/officeDocument/2006/relationships/tags" Target="../tags/tag404.xml"/><Relationship Id="rId88" Type="http://schemas.openxmlformats.org/officeDocument/2006/relationships/tags" Target="../tags/tag403.xml"/><Relationship Id="rId87" Type="http://schemas.openxmlformats.org/officeDocument/2006/relationships/tags" Target="../tags/tag402.xml"/><Relationship Id="rId86" Type="http://schemas.openxmlformats.org/officeDocument/2006/relationships/image" Target="../media/image57.svg"/><Relationship Id="rId85" Type="http://schemas.openxmlformats.org/officeDocument/2006/relationships/image" Target="../media/image56.png"/><Relationship Id="rId84" Type="http://schemas.openxmlformats.org/officeDocument/2006/relationships/tags" Target="../tags/tag401.xml"/><Relationship Id="rId83" Type="http://schemas.openxmlformats.org/officeDocument/2006/relationships/tags" Target="../tags/tag400.xml"/><Relationship Id="rId82" Type="http://schemas.openxmlformats.org/officeDocument/2006/relationships/tags" Target="../tags/tag399.xml"/><Relationship Id="rId81" Type="http://schemas.openxmlformats.org/officeDocument/2006/relationships/tags" Target="../tags/tag398.xml"/><Relationship Id="rId80" Type="http://schemas.openxmlformats.org/officeDocument/2006/relationships/tags" Target="../tags/tag397.xml"/><Relationship Id="rId8" Type="http://schemas.openxmlformats.org/officeDocument/2006/relationships/tags" Target="../tags/tag333.xml"/><Relationship Id="rId79" Type="http://schemas.openxmlformats.org/officeDocument/2006/relationships/tags" Target="../tags/tag396.xml"/><Relationship Id="rId78" Type="http://schemas.openxmlformats.org/officeDocument/2006/relationships/tags" Target="../tags/tag395.xml"/><Relationship Id="rId77" Type="http://schemas.openxmlformats.org/officeDocument/2006/relationships/tags" Target="../tags/tag394.xml"/><Relationship Id="rId76" Type="http://schemas.openxmlformats.org/officeDocument/2006/relationships/tags" Target="../tags/tag393.xml"/><Relationship Id="rId75" Type="http://schemas.openxmlformats.org/officeDocument/2006/relationships/tags" Target="../tags/tag392.xml"/><Relationship Id="rId74" Type="http://schemas.openxmlformats.org/officeDocument/2006/relationships/tags" Target="../tags/tag391.xml"/><Relationship Id="rId73" Type="http://schemas.openxmlformats.org/officeDocument/2006/relationships/tags" Target="../tags/tag390.xml"/><Relationship Id="rId72" Type="http://schemas.openxmlformats.org/officeDocument/2006/relationships/tags" Target="../tags/tag389.xml"/><Relationship Id="rId71" Type="http://schemas.openxmlformats.org/officeDocument/2006/relationships/tags" Target="../tags/tag388.xml"/><Relationship Id="rId70" Type="http://schemas.openxmlformats.org/officeDocument/2006/relationships/tags" Target="../tags/tag387.xml"/><Relationship Id="rId7" Type="http://schemas.openxmlformats.org/officeDocument/2006/relationships/tags" Target="../tags/tag332.xml"/><Relationship Id="rId69" Type="http://schemas.openxmlformats.org/officeDocument/2006/relationships/tags" Target="../tags/tag386.xml"/><Relationship Id="rId68" Type="http://schemas.openxmlformats.org/officeDocument/2006/relationships/tags" Target="../tags/tag385.xml"/><Relationship Id="rId67" Type="http://schemas.openxmlformats.org/officeDocument/2006/relationships/tags" Target="../tags/tag384.xml"/><Relationship Id="rId66" Type="http://schemas.openxmlformats.org/officeDocument/2006/relationships/tags" Target="../tags/tag383.xml"/><Relationship Id="rId65" Type="http://schemas.openxmlformats.org/officeDocument/2006/relationships/tags" Target="../tags/tag382.xml"/><Relationship Id="rId64" Type="http://schemas.openxmlformats.org/officeDocument/2006/relationships/tags" Target="../tags/tag381.xml"/><Relationship Id="rId63" Type="http://schemas.openxmlformats.org/officeDocument/2006/relationships/tags" Target="../tags/tag380.xml"/><Relationship Id="rId62" Type="http://schemas.openxmlformats.org/officeDocument/2006/relationships/tags" Target="../tags/tag379.xml"/><Relationship Id="rId61" Type="http://schemas.openxmlformats.org/officeDocument/2006/relationships/tags" Target="../tags/tag378.xml"/><Relationship Id="rId60" Type="http://schemas.openxmlformats.org/officeDocument/2006/relationships/image" Target="../media/image55.svg"/><Relationship Id="rId6" Type="http://schemas.openxmlformats.org/officeDocument/2006/relationships/image" Target="../media/image47.svg"/><Relationship Id="rId59" Type="http://schemas.openxmlformats.org/officeDocument/2006/relationships/image" Target="../media/image54.png"/><Relationship Id="rId58" Type="http://schemas.openxmlformats.org/officeDocument/2006/relationships/tags" Target="../tags/tag377.xml"/><Relationship Id="rId57" Type="http://schemas.openxmlformats.org/officeDocument/2006/relationships/tags" Target="../tags/tag376.xml"/><Relationship Id="rId56" Type="http://schemas.openxmlformats.org/officeDocument/2006/relationships/tags" Target="../tags/tag375.xml"/><Relationship Id="rId55" Type="http://schemas.openxmlformats.org/officeDocument/2006/relationships/tags" Target="../tags/tag374.xml"/><Relationship Id="rId54" Type="http://schemas.openxmlformats.org/officeDocument/2006/relationships/tags" Target="../tags/tag373.xml"/><Relationship Id="rId53" Type="http://schemas.openxmlformats.org/officeDocument/2006/relationships/tags" Target="../tags/tag372.xml"/><Relationship Id="rId52" Type="http://schemas.openxmlformats.org/officeDocument/2006/relationships/tags" Target="../tags/tag371.xml"/><Relationship Id="rId51" Type="http://schemas.openxmlformats.org/officeDocument/2006/relationships/tags" Target="../tags/tag370.xml"/><Relationship Id="rId50" Type="http://schemas.openxmlformats.org/officeDocument/2006/relationships/tags" Target="../tags/tag369.xml"/><Relationship Id="rId5" Type="http://schemas.openxmlformats.org/officeDocument/2006/relationships/image" Target="../media/image46.png"/><Relationship Id="rId49" Type="http://schemas.openxmlformats.org/officeDocument/2006/relationships/tags" Target="../tags/tag368.xml"/><Relationship Id="rId48" Type="http://schemas.openxmlformats.org/officeDocument/2006/relationships/tags" Target="../tags/tag367.xml"/><Relationship Id="rId47" Type="http://schemas.openxmlformats.org/officeDocument/2006/relationships/tags" Target="../tags/tag366.xml"/><Relationship Id="rId46" Type="http://schemas.openxmlformats.org/officeDocument/2006/relationships/tags" Target="../tags/tag365.xml"/><Relationship Id="rId45" Type="http://schemas.openxmlformats.org/officeDocument/2006/relationships/tags" Target="../tags/tag364.xml"/><Relationship Id="rId44" Type="http://schemas.openxmlformats.org/officeDocument/2006/relationships/tags" Target="../tags/tag363.xml"/><Relationship Id="rId43" Type="http://schemas.openxmlformats.org/officeDocument/2006/relationships/tags" Target="../tags/tag362.xml"/><Relationship Id="rId42" Type="http://schemas.openxmlformats.org/officeDocument/2006/relationships/image" Target="../media/image53.svg"/><Relationship Id="rId41" Type="http://schemas.openxmlformats.org/officeDocument/2006/relationships/image" Target="../media/image52.png"/><Relationship Id="rId40" Type="http://schemas.openxmlformats.org/officeDocument/2006/relationships/tags" Target="../tags/tag361.xml"/><Relationship Id="rId4" Type="http://schemas.openxmlformats.org/officeDocument/2006/relationships/tags" Target="../tags/tag331.xml"/><Relationship Id="rId39" Type="http://schemas.openxmlformats.org/officeDocument/2006/relationships/tags" Target="../tags/tag360.xml"/><Relationship Id="rId38" Type="http://schemas.openxmlformats.org/officeDocument/2006/relationships/tags" Target="../tags/tag359.xml"/><Relationship Id="rId37" Type="http://schemas.openxmlformats.org/officeDocument/2006/relationships/image" Target="../media/image51.svg"/><Relationship Id="rId36" Type="http://schemas.openxmlformats.org/officeDocument/2006/relationships/image" Target="../media/image50.png"/><Relationship Id="rId35" Type="http://schemas.openxmlformats.org/officeDocument/2006/relationships/tags" Target="../tags/tag358.xml"/><Relationship Id="rId34" Type="http://schemas.openxmlformats.org/officeDocument/2006/relationships/tags" Target="../tags/tag357.xml"/><Relationship Id="rId33" Type="http://schemas.openxmlformats.org/officeDocument/2006/relationships/tags" Target="../tags/tag356.xml"/><Relationship Id="rId32" Type="http://schemas.openxmlformats.org/officeDocument/2006/relationships/tags" Target="../tags/tag355.xml"/><Relationship Id="rId31" Type="http://schemas.openxmlformats.org/officeDocument/2006/relationships/tags" Target="../tags/tag354.xml"/><Relationship Id="rId30" Type="http://schemas.openxmlformats.org/officeDocument/2006/relationships/tags" Target="../tags/tag353.xml"/><Relationship Id="rId3" Type="http://schemas.openxmlformats.org/officeDocument/2006/relationships/tags" Target="../tags/tag330.xml"/><Relationship Id="rId29" Type="http://schemas.openxmlformats.org/officeDocument/2006/relationships/tags" Target="../tags/tag352.xml"/><Relationship Id="rId28" Type="http://schemas.openxmlformats.org/officeDocument/2006/relationships/tags" Target="../tags/tag351.xml"/><Relationship Id="rId27" Type="http://schemas.openxmlformats.org/officeDocument/2006/relationships/tags" Target="../tags/tag350.xml"/><Relationship Id="rId26" Type="http://schemas.openxmlformats.org/officeDocument/2006/relationships/tags" Target="../tags/tag349.xml"/><Relationship Id="rId25" Type="http://schemas.openxmlformats.org/officeDocument/2006/relationships/tags" Target="../tags/tag348.xml"/><Relationship Id="rId24" Type="http://schemas.openxmlformats.org/officeDocument/2006/relationships/tags" Target="../tags/tag347.xml"/><Relationship Id="rId23" Type="http://schemas.openxmlformats.org/officeDocument/2006/relationships/tags" Target="../tags/tag346.xml"/><Relationship Id="rId22" Type="http://schemas.openxmlformats.org/officeDocument/2006/relationships/tags" Target="../tags/tag345.xml"/><Relationship Id="rId21" Type="http://schemas.openxmlformats.org/officeDocument/2006/relationships/tags" Target="../tags/tag344.xml"/><Relationship Id="rId20" Type="http://schemas.openxmlformats.org/officeDocument/2006/relationships/tags" Target="../tags/tag343.xml"/><Relationship Id="rId2" Type="http://schemas.openxmlformats.org/officeDocument/2006/relationships/tags" Target="../tags/tag329.xml"/><Relationship Id="rId19" Type="http://schemas.openxmlformats.org/officeDocument/2006/relationships/tags" Target="../tags/tag342.xml"/><Relationship Id="rId18" Type="http://schemas.openxmlformats.org/officeDocument/2006/relationships/tags" Target="../tags/tag341.xml"/><Relationship Id="rId17" Type="http://schemas.openxmlformats.org/officeDocument/2006/relationships/tags" Target="../tags/tag340.xml"/><Relationship Id="rId16" Type="http://schemas.openxmlformats.org/officeDocument/2006/relationships/tags" Target="../tags/tag339.xml"/><Relationship Id="rId15" Type="http://schemas.openxmlformats.org/officeDocument/2006/relationships/tags" Target="../tags/tag338.xml"/><Relationship Id="rId14" Type="http://schemas.openxmlformats.org/officeDocument/2006/relationships/tags" Target="../tags/tag337.xml"/><Relationship Id="rId13" Type="http://schemas.openxmlformats.org/officeDocument/2006/relationships/image" Target="../media/image49.svg"/><Relationship Id="rId12" Type="http://schemas.openxmlformats.org/officeDocument/2006/relationships/image" Target="../media/image48.png"/><Relationship Id="rId11" Type="http://schemas.openxmlformats.org/officeDocument/2006/relationships/tags" Target="../tags/tag336.xml"/><Relationship Id="rId100" Type="http://schemas.openxmlformats.org/officeDocument/2006/relationships/slideLayout" Target="../slideLayouts/slideLayout16.xml"/><Relationship Id="rId10" Type="http://schemas.openxmlformats.org/officeDocument/2006/relationships/tags" Target="../tags/tag335.xml"/><Relationship Id="rId1" Type="http://schemas.openxmlformats.org/officeDocument/2006/relationships/tags" Target="../tags/tag32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17.xml"/><Relationship Id="rId8" Type="http://schemas.openxmlformats.org/officeDocument/2006/relationships/tags" Target="../tags/tag416.xml"/><Relationship Id="rId7" Type="http://schemas.openxmlformats.org/officeDocument/2006/relationships/tags" Target="../tags/tag415.xml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tags" Target="../tags/tag414.xml"/><Relationship Id="rId33" Type="http://schemas.openxmlformats.org/officeDocument/2006/relationships/slideLayout" Target="../slideLayouts/slideLayout16.xml"/><Relationship Id="rId32" Type="http://schemas.openxmlformats.org/officeDocument/2006/relationships/tags" Target="../tags/tag434.xml"/><Relationship Id="rId31" Type="http://schemas.openxmlformats.org/officeDocument/2006/relationships/tags" Target="../tags/tag433.xml"/><Relationship Id="rId30" Type="http://schemas.openxmlformats.org/officeDocument/2006/relationships/tags" Target="../tags/tag432.xml"/><Relationship Id="rId3" Type="http://schemas.openxmlformats.org/officeDocument/2006/relationships/tags" Target="../tags/tag413.xml"/><Relationship Id="rId29" Type="http://schemas.openxmlformats.org/officeDocument/2006/relationships/tags" Target="../tags/tag431.xml"/><Relationship Id="rId28" Type="http://schemas.openxmlformats.org/officeDocument/2006/relationships/tags" Target="../tags/tag430.xml"/><Relationship Id="rId27" Type="http://schemas.openxmlformats.org/officeDocument/2006/relationships/image" Target="../media/image69.svg"/><Relationship Id="rId26" Type="http://schemas.openxmlformats.org/officeDocument/2006/relationships/image" Target="../media/image68.png"/><Relationship Id="rId25" Type="http://schemas.openxmlformats.org/officeDocument/2006/relationships/tags" Target="../tags/tag429.xml"/><Relationship Id="rId24" Type="http://schemas.openxmlformats.org/officeDocument/2006/relationships/tags" Target="../tags/tag428.xml"/><Relationship Id="rId23" Type="http://schemas.openxmlformats.org/officeDocument/2006/relationships/tags" Target="../tags/tag427.xml"/><Relationship Id="rId22" Type="http://schemas.openxmlformats.org/officeDocument/2006/relationships/tags" Target="../tags/tag426.xml"/><Relationship Id="rId21" Type="http://schemas.openxmlformats.org/officeDocument/2006/relationships/tags" Target="../tags/tag425.xml"/><Relationship Id="rId20" Type="http://schemas.openxmlformats.org/officeDocument/2006/relationships/image" Target="../media/image67.svg"/><Relationship Id="rId2" Type="http://schemas.openxmlformats.org/officeDocument/2006/relationships/tags" Target="../tags/tag412.xml"/><Relationship Id="rId19" Type="http://schemas.openxmlformats.org/officeDocument/2006/relationships/image" Target="../media/image66.png"/><Relationship Id="rId18" Type="http://schemas.openxmlformats.org/officeDocument/2006/relationships/tags" Target="../tags/tag424.xml"/><Relationship Id="rId17" Type="http://schemas.openxmlformats.org/officeDocument/2006/relationships/tags" Target="../tags/tag423.xml"/><Relationship Id="rId16" Type="http://schemas.openxmlformats.org/officeDocument/2006/relationships/tags" Target="../tags/tag422.xml"/><Relationship Id="rId15" Type="http://schemas.openxmlformats.org/officeDocument/2006/relationships/tags" Target="../tags/tag421.xml"/><Relationship Id="rId14" Type="http://schemas.openxmlformats.org/officeDocument/2006/relationships/tags" Target="../tags/tag420.xml"/><Relationship Id="rId13" Type="http://schemas.openxmlformats.org/officeDocument/2006/relationships/image" Target="../media/image65.svg"/><Relationship Id="rId12" Type="http://schemas.openxmlformats.org/officeDocument/2006/relationships/image" Target="../media/image64.png"/><Relationship Id="rId11" Type="http://schemas.openxmlformats.org/officeDocument/2006/relationships/tags" Target="../tags/tag419.xml"/><Relationship Id="rId10" Type="http://schemas.openxmlformats.org/officeDocument/2006/relationships/tags" Target="../tags/tag418.xml"/><Relationship Id="rId1" Type="http://schemas.openxmlformats.org/officeDocument/2006/relationships/tags" Target="../tags/tag41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41.xml"/><Relationship Id="rId8" Type="http://schemas.openxmlformats.org/officeDocument/2006/relationships/tags" Target="../tags/tag440.xml"/><Relationship Id="rId7" Type="http://schemas.openxmlformats.org/officeDocument/2006/relationships/tags" Target="../tags/tag439.xml"/><Relationship Id="rId6" Type="http://schemas.openxmlformats.org/officeDocument/2006/relationships/image" Target="../media/image53.svg"/><Relationship Id="rId5" Type="http://schemas.openxmlformats.org/officeDocument/2006/relationships/image" Target="../media/image70.png"/><Relationship Id="rId44" Type="http://schemas.openxmlformats.org/officeDocument/2006/relationships/slideLayout" Target="../slideLayouts/slideLayout16.xml"/><Relationship Id="rId43" Type="http://schemas.openxmlformats.org/officeDocument/2006/relationships/tags" Target="../tags/tag465.xml"/><Relationship Id="rId42" Type="http://schemas.openxmlformats.org/officeDocument/2006/relationships/tags" Target="../tags/tag464.xml"/><Relationship Id="rId41" Type="http://schemas.openxmlformats.org/officeDocument/2006/relationships/image" Target="../media/image80.svg"/><Relationship Id="rId40" Type="http://schemas.openxmlformats.org/officeDocument/2006/relationships/image" Target="../media/image79.png"/><Relationship Id="rId4" Type="http://schemas.openxmlformats.org/officeDocument/2006/relationships/tags" Target="../tags/tag438.xml"/><Relationship Id="rId39" Type="http://schemas.openxmlformats.org/officeDocument/2006/relationships/tags" Target="../tags/tag463.xml"/><Relationship Id="rId38" Type="http://schemas.openxmlformats.org/officeDocument/2006/relationships/tags" Target="../tags/tag462.xml"/><Relationship Id="rId37" Type="http://schemas.openxmlformats.org/officeDocument/2006/relationships/tags" Target="../tags/tag461.xml"/><Relationship Id="rId36" Type="http://schemas.openxmlformats.org/officeDocument/2006/relationships/tags" Target="../tags/tag460.xml"/><Relationship Id="rId35" Type="http://schemas.openxmlformats.org/officeDocument/2006/relationships/tags" Target="../tags/tag459.xml"/><Relationship Id="rId34" Type="http://schemas.openxmlformats.org/officeDocument/2006/relationships/image" Target="../media/image78.svg"/><Relationship Id="rId33" Type="http://schemas.openxmlformats.org/officeDocument/2006/relationships/image" Target="../media/image77.png"/><Relationship Id="rId32" Type="http://schemas.openxmlformats.org/officeDocument/2006/relationships/tags" Target="../tags/tag458.xml"/><Relationship Id="rId31" Type="http://schemas.openxmlformats.org/officeDocument/2006/relationships/tags" Target="../tags/tag457.xml"/><Relationship Id="rId30" Type="http://schemas.openxmlformats.org/officeDocument/2006/relationships/tags" Target="../tags/tag456.xml"/><Relationship Id="rId3" Type="http://schemas.openxmlformats.org/officeDocument/2006/relationships/tags" Target="../tags/tag437.xml"/><Relationship Id="rId29" Type="http://schemas.openxmlformats.org/officeDocument/2006/relationships/tags" Target="../tags/tag455.xml"/><Relationship Id="rId28" Type="http://schemas.openxmlformats.org/officeDocument/2006/relationships/tags" Target="../tags/tag454.xml"/><Relationship Id="rId27" Type="http://schemas.openxmlformats.org/officeDocument/2006/relationships/image" Target="../media/image76.svg"/><Relationship Id="rId26" Type="http://schemas.openxmlformats.org/officeDocument/2006/relationships/image" Target="../media/image75.png"/><Relationship Id="rId25" Type="http://schemas.openxmlformats.org/officeDocument/2006/relationships/tags" Target="../tags/tag453.xml"/><Relationship Id="rId24" Type="http://schemas.openxmlformats.org/officeDocument/2006/relationships/tags" Target="../tags/tag452.xml"/><Relationship Id="rId23" Type="http://schemas.openxmlformats.org/officeDocument/2006/relationships/tags" Target="../tags/tag451.xml"/><Relationship Id="rId22" Type="http://schemas.openxmlformats.org/officeDocument/2006/relationships/tags" Target="../tags/tag450.xml"/><Relationship Id="rId21" Type="http://schemas.openxmlformats.org/officeDocument/2006/relationships/tags" Target="../tags/tag449.xml"/><Relationship Id="rId20" Type="http://schemas.openxmlformats.org/officeDocument/2006/relationships/image" Target="../media/image74.svg"/><Relationship Id="rId2" Type="http://schemas.openxmlformats.org/officeDocument/2006/relationships/tags" Target="../tags/tag436.xml"/><Relationship Id="rId19" Type="http://schemas.openxmlformats.org/officeDocument/2006/relationships/image" Target="../media/image73.png"/><Relationship Id="rId18" Type="http://schemas.openxmlformats.org/officeDocument/2006/relationships/tags" Target="../tags/tag448.xml"/><Relationship Id="rId17" Type="http://schemas.openxmlformats.org/officeDocument/2006/relationships/tags" Target="../tags/tag447.xml"/><Relationship Id="rId16" Type="http://schemas.openxmlformats.org/officeDocument/2006/relationships/tags" Target="../tags/tag446.xml"/><Relationship Id="rId15" Type="http://schemas.openxmlformats.org/officeDocument/2006/relationships/tags" Target="../tags/tag445.xml"/><Relationship Id="rId14" Type="http://schemas.openxmlformats.org/officeDocument/2006/relationships/tags" Target="../tags/tag444.xml"/><Relationship Id="rId13" Type="http://schemas.openxmlformats.org/officeDocument/2006/relationships/image" Target="../media/image72.svg"/><Relationship Id="rId12" Type="http://schemas.openxmlformats.org/officeDocument/2006/relationships/image" Target="../media/image71.png"/><Relationship Id="rId11" Type="http://schemas.openxmlformats.org/officeDocument/2006/relationships/tags" Target="../tags/tag443.xml"/><Relationship Id="rId10" Type="http://schemas.openxmlformats.org/officeDocument/2006/relationships/tags" Target="../tags/tag442.xml"/><Relationship Id="rId1" Type="http://schemas.openxmlformats.org/officeDocument/2006/relationships/tags" Target="../tags/tag43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74.xml"/><Relationship Id="rId8" Type="http://schemas.openxmlformats.org/officeDocument/2006/relationships/tags" Target="../tags/tag473.xml"/><Relationship Id="rId7" Type="http://schemas.openxmlformats.org/officeDocument/2006/relationships/tags" Target="../tags/tag472.xml"/><Relationship Id="rId6" Type="http://schemas.openxmlformats.org/officeDocument/2006/relationships/tags" Target="../tags/tag471.xml"/><Relationship Id="rId5" Type="http://schemas.openxmlformats.org/officeDocument/2006/relationships/tags" Target="../tags/tag470.xml"/><Relationship Id="rId4" Type="http://schemas.openxmlformats.org/officeDocument/2006/relationships/tags" Target="../tags/tag469.xml"/><Relationship Id="rId3" Type="http://schemas.openxmlformats.org/officeDocument/2006/relationships/tags" Target="../tags/tag468.xml"/><Relationship Id="rId2" Type="http://schemas.openxmlformats.org/officeDocument/2006/relationships/tags" Target="../tags/tag467.xml"/><Relationship Id="rId17" Type="http://schemas.openxmlformats.org/officeDocument/2006/relationships/slideLayout" Target="../slideLayouts/slideLayout16.xml"/><Relationship Id="rId16" Type="http://schemas.openxmlformats.org/officeDocument/2006/relationships/tags" Target="../tags/tag481.xml"/><Relationship Id="rId15" Type="http://schemas.openxmlformats.org/officeDocument/2006/relationships/tags" Target="../tags/tag480.xml"/><Relationship Id="rId14" Type="http://schemas.openxmlformats.org/officeDocument/2006/relationships/tags" Target="../tags/tag479.xml"/><Relationship Id="rId13" Type="http://schemas.openxmlformats.org/officeDocument/2006/relationships/tags" Target="../tags/tag478.xml"/><Relationship Id="rId12" Type="http://schemas.openxmlformats.org/officeDocument/2006/relationships/tags" Target="../tags/tag477.xml"/><Relationship Id="rId11" Type="http://schemas.openxmlformats.org/officeDocument/2006/relationships/tags" Target="../tags/tag476.xml"/><Relationship Id="rId10" Type="http://schemas.openxmlformats.org/officeDocument/2006/relationships/tags" Target="../tags/tag475.xml"/><Relationship Id="rId1" Type="http://schemas.openxmlformats.org/officeDocument/2006/relationships/tags" Target="../tags/tag46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88.xml"/><Relationship Id="rId8" Type="http://schemas.openxmlformats.org/officeDocument/2006/relationships/tags" Target="../tags/tag487.xml"/><Relationship Id="rId74" Type="http://schemas.openxmlformats.org/officeDocument/2006/relationships/slideLayout" Target="../slideLayouts/slideLayout16.xml"/><Relationship Id="rId73" Type="http://schemas.openxmlformats.org/officeDocument/2006/relationships/tags" Target="../tags/tag544.xml"/><Relationship Id="rId72" Type="http://schemas.openxmlformats.org/officeDocument/2006/relationships/tags" Target="../tags/tag543.xml"/><Relationship Id="rId71" Type="http://schemas.openxmlformats.org/officeDocument/2006/relationships/tags" Target="../tags/tag542.xml"/><Relationship Id="rId70" Type="http://schemas.openxmlformats.org/officeDocument/2006/relationships/tags" Target="../tags/tag541.xml"/><Relationship Id="rId7" Type="http://schemas.openxmlformats.org/officeDocument/2006/relationships/tags" Target="../tags/tag486.xml"/><Relationship Id="rId69" Type="http://schemas.openxmlformats.org/officeDocument/2006/relationships/tags" Target="../tags/tag540.xml"/><Relationship Id="rId68" Type="http://schemas.openxmlformats.org/officeDocument/2006/relationships/image" Target="../media/image90.svg"/><Relationship Id="rId67" Type="http://schemas.openxmlformats.org/officeDocument/2006/relationships/image" Target="../media/image89.png"/><Relationship Id="rId66" Type="http://schemas.openxmlformats.org/officeDocument/2006/relationships/tags" Target="../tags/tag539.xml"/><Relationship Id="rId65" Type="http://schemas.openxmlformats.org/officeDocument/2006/relationships/tags" Target="../tags/tag538.xml"/><Relationship Id="rId64" Type="http://schemas.openxmlformats.org/officeDocument/2006/relationships/tags" Target="../tags/tag537.xml"/><Relationship Id="rId63" Type="http://schemas.openxmlformats.org/officeDocument/2006/relationships/tags" Target="../tags/tag536.xml"/><Relationship Id="rId62" Type="http://schemas.openxmlformats.org/officeDocument/2006/relationships/tags" Target="../tags/tag535.xml"/><Relationship Id="rId61" Type="http://schemas.openxmlformats.org/officeDocument/2006/relationships/tags" Target="../tags/tag534.xml"/><Relationship Id="rId60" Type="http://schemas.openxmlformats.org/officeDocument/2006/relationships/tags" Target="../tags/tag533.xml"/><Relationship Id="rId6" Type="http://schemas.openxmlformats.org/officeDocument/2006/relationships/image" Target="../media/image82.svg"/><Relationship Id="rId59" Type="http://schemas.openxmlformats.org/officeDocument/2006/relationships/tags" Target="../tags/tag532.xml"/><Relationship Id="rId58" Type="http://schemas.openxmlformats.org/officeDocument/2006/relationships/tags" Target="../tags/tag531.xml"/><Relationship Id="rId57" Type="http://schemas.openxmlformats.org/officeDocument/2006/relationships/tags" Target="../tags/tag530.xml"/><Relationship Id="rId56" Type="http://schemas.openxmlformats.org/officeDocument/2006/relationships/tags" Target="../tags/tag529.xml"/><Relationship Id="rId55" Type="http://schemas.openxmlformats.org/officeDocument/2006/relationships/tags" Target="../tags/tag528.xml"/><Relationship Id="rId54" Type="http://schemas.openxmlformats.org/officeDocument/2006/relationships/image" Target="../media/image88.svg"/><Relationship Id="rId53" Type="http://schemas.openxmlformats.org/officeDocument/2006/relationships/image" Target="../media/image87.png"/><Relationship Id="rId52" Type="http://schemas.openxmlformats.org/officeDocument/2006/relationships/tags" Target="../tags/tag527.xml"/><Relationship Id="rId51" Type="http://schemas.openxmlformats.org/officeDocument/2006/relationships/tags" Target="../tags/tag526.xml"/><Relationship Id="rId50" Type="http://schemas.openxmlformats.org/officeDocument/2006/relationships/tags" Target="../tags/tag525.xml"/><Relationship Id="rId5" Type="http://schemas.openxmlformats.org/officeDocument/2006/relationships/image" Target="../media/image81.png"/><Relationship Id="rId49" Type="http://schemas.openxmlformats.org/officeDocument/2006/relationships/tags" Target="../tags/tag524.xml"/><Relationship Id="rId48" Type="http://schemas.openxmlformats.org/officeDocument/2006/relationships/tags" Target="../tags/tag523.xml"/><Relationship Id="rId47" Type="http://schemas.openxmlformats.org/officeDocument/2006/relationships/tags" Target="../tags/tag522.xml"/><Relationship Id="rId46" Type="http://schemas.openxmlformats.org/officeDocument/2006/relationships/tags" Target="../tags/tag521.xml"/><Relationship Id="rId45" Type="http://schemas.openxmlformats.org/officeDocument/2006/relationships/tags" Target="../tags/tag520.xml"/><Relationship Id="rId44" Type="http://schemas.openxmlformats.org/officeDocument/2006/relationships/tags" Target="../tags/tag519.xml"/><Relationship Id="rId43" Type="http://schemas.openxmlformats.org/officeDocument/2006/relationships/tags" Target="../tags/tag518.xml"/><Relationship Id="rId42" Type="http://schemas.openxmlformats.org/officeDocument/2006/relationships/tags" Target="../tags/tag517.xml"/><Relationship Id="rId41" Type="http://schemas.openxmlformats.org/officeDocument/2006/relationships/tags" Target="../tags/tag516.xml"/><Relationship Id="rId40" Type="http://schemas.openxmlformats.org/officeDocument/2006/relationships/image" Target="../media/image86.svg"/><Relationship Id="rId4" Type="http://schemas.openxmlformats.org/officeDocument/2006/relationships/tags" Target="../tags/tag485.xml"/><Relationship Id="rId39" Type="http://schemas.openxmlformats.org/officeDocument/2006/relationships/image" Target="../media/image85.png"/><Relationship Id="rId38" Type="http://schemas.openxmlformats.org/officeDocument/2006/relationships/tags" Target="../tags/tag515.xml"/><Relationship Id="rId37" Type="http://schemas.openxmlformats.org/officeDocument/2006/relationships/tags" Target="../tags/tag514.xml"/><Relationship Id="rId36" Type="http://schemas.openxmlformats.org/officeDocument/2006/relationships/tags" Target="../tags/tag513.xml"/><Relationship Id="rId35" Type="http://schemas.openxmlformats.org/officeDocument/2006/relationships/tags" Target="../tags/tag512.xml"/><Relationship Id="rId34" Type="http://schemas.openxmlformats.org/officeDocument/2006/relationships/tags" Target="../tags/tag511.xml"/><Relationship Id="rId33" Type="http://schemas.openxmlformats.org/officeDocument/2006/relationships/tags" Target="../tags/tag510.xml"/><Relationship Id="rId32" Type="http://schemas.openxmlformats.org/officeDocument/2006/relationships/tags" Target="../tags/tag509.xml"/><Relationship Id="rId31" Type="http://schemas.openxmlformats.org/officeDocument/2006/relationships/tags" Target="../tags/tag508.xml"/><Relationship Id="rId30" Type="http://schemas.openxmlformats.org/officeDocument/2006/relationships/tags" Target="../tags/tag507.xml"/><Relationship Id="rId3" Type="http://schemas.openxmlformats.org/officeDocument/2006/relationships/tags" Target="../tags/tag484.xml"/><Relationship Id="rId29" Type="http://schemas.openxmlformats.org/officeDocument/2006/relationships/tags" Target="../tags/tag506.xml"/><Relationship Id="rId28" Type="http://schemas.openxmlformats.org/officeDocument/2006/relationships/tags" Target="../tags/tag505.xml"/><Relationship Id="rId27" Type="http://schemas.openxmlformats.org/officeDocument/2006/relationships/tags" Target="../tags/tag504.xml"/><Relationship Id="rId26" Type="http://schemas.openxmlformats.org/officeDocument/2006/relationships/image" Target="../media/image84.svg"/><Relationship Id="rId25" Type="http://schemas.openxmlformats.org/officeDocument/2006/relationships/image" Target="../media/image83.png"/><Relationship Id="rId24" Type="http://schemas.openxmlformats.org/officeDocument/2006/relationships/tags" Target="../tags/tag503.xml"/><Relationship Id="rId23" Type="http://schemas.openxmlformats.org/officeDocument/2006/relationships/tags" Target="../tags/tag502.xml"/><Relationship Id="rId22" Type="http://schemas.openxmlformats.org/officeDocument/2006/relationships/tags" Target="../tags/tag501.xml"/><Relationship Id="rId21" Type="http://schemas.openxmlformats.org/officeDocument/2006/relationships/tags" Target="../tags/tag500.xml"/><Relationship Id="rId20" Type="http://schemas.openxmlformats.org/officeDocument/2006/relationships/tags" Target="../tags/tag499.xml"/><Relationship Id="rId2" Type="http://schemas.openxmlformats.org/officeDocument/2006/relationships/tags" Target="../tags/tag483.xml"/><Relationship Id="rId19" Type="http://schemas.openxmlformats.org/officeDocument/2006/relationships/tags" Target="../tags/tag498.xml"/><Relationship Id="rId18" Type="http://schemas.openxmlformats.org/officeDocument/2006/relationships/tags" Target="../tags/tag497.xml"/><Relationship Id="rId17" Type="http://schemas.openxmlformats.org/officeDocument/2006/relationships/tags" Target="../tags/tag496.xml"/><Relationship Id="rId16" Type="http://schemas.openxmlformats.org/officeDocument/2006/relationships/tags" Target="../tags/tag495.xml"/><Relationship Id="rId15" Type="http://schemas.openxmlformats.org/officeDocument/2006/relationships/tags" Target="../tags/tag494.xml"/><Relationship Id="rId14" Type="http://schemas.openxmlformats.org/officeDocument/2006/relationships/tags" Target="../tags/tag493.xml"/><Relationship Id="rId13" Type="http://schemas.openxmlformats.org/officeDocument/2006/relationships/tags" Target="../tags/tag492.xml"/><Relationship Id="rId12" Type="http://schemas.openxmlformats.org/officeDocument/2006/relationships/tags" Target="../tags/tag491.xml"/><Relationship Id="rId11" Type="http://schemas.openxmlformats.org/officeDocument/2006/relationships/tags" Target="../tags/tag490.xml"/><Relationship Id="rId10" Type="http://schemas.openxmlformats.org/officeDocument/2006/relationships/tags" Target="../tags/tag489.xml"/><Relationship Id="rId1" Type="http://schemas.openxmlformats.org/officeDocument/2006/relationships/tags" Target="../tags/tag48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547.xml"/><Relationship Id="rId2" Type="http://schemas.openxmlformats.org/officeDocument/2006/relationships/tags" Target="../tags/tag546.xml"/><Relationship Id="rId1" Type="http://schemas.openxmlformats.org/officeDocument/2006/relationships/tags" Target="../tags/tag5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>
            <a:normAutofit/>
          </a:bodyPr>
          <a:p>
            <a:endParaRPr lang="en-US" altLang="en-US"/>
          </a:p>
        </p:txBody>
      </p:sp>
      <p:sp>
        <p:nvSpPr>
          <p:cNvPr id="3" name="标题 44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酒店在线预订平台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7"/>
            <p:custDataLst>
              <p:tags r:id="rId3"/>
            </p:custDataLst>
          </p:nvPr>
        </p:nvSpPr>
        <p:spPr/>
        <p:txBody>
          <a:bodyPr>
            <a:normAutofit fontScale="80000"/>
          </a:bodyPr>
          <a:p>
            <a:pPr>
              <a:spcBef>
                <a:spcPct val="0"/>
              </a:spcBef>
            </a:pPr>
            <a:r>
              <a:rPr lang="zh-CN" altLang="en-US"/>
              <a:t>汇报</a:t>
            </a:r>
            <a:r>
              <a:t>者</a:t>
            </a:r>
            <a:r>
              <a:rPr lang="zh-CN" altLang="en-US"/>
              <a:t>：</a:t>
            </a:r>
            <a:r>
              <a:t>第</a:t>
            </a:r>
            <a:r>
              <a:t>七小组</a:t>
            </a:r>
            <a:endParaRPr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4357128" y="5337189"/>
            <a:ext cx="2755972" cy="36957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许敬淞、郑奎昊、何天骄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项目背景</a:t>
            </a:r>
            <a:endParaRPr sz="300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1338580"/>
          </a:xfrm>
          <a:custGeom>
            <a:avLst/>
            <a:gdLst>
              <a:gd name="sw" fmla="*/ 1 w 17385"/>
              <a:gd name="sh" fmla="*/ 1 h 2107"/>
              <a:gd name="mins" fmla="min sw sh"/>
              <a:gd name="dsw" fmla="+- 0 sw mins"/>
              <a:gd name="dsh" fmla="+- 0 sh mins"/>
              <a:gd name="p0x0" fmla="*/ 150 w 17385"/>
              <a:gd name="p0y0" fmla="*/ 0 h 2107"/>
              <a:gd name="p0x1" fmla="*/ 17235 w 17385"/>
              <a:gd name="p0y1" fmla="*/ 0 h 2107"/>
              <a:gd name="p0x2" fmla="*/ 17317 w 17385"/>
              <a:gd name="p0y2" fmla="*/ 0 h 2107"/>
              <a:gd name="p0x3" fmla="*/ 17385 w 17385"/>
              <a:gd name="p0y3" fmla="*/ 67 h 2107"/>
              <a:gd name="p0x4" fmla="*/ 17385 w 17385"/>
              <a:gd name="p0y4" fmla="*/ 150 h 2107"/>
              <a:gd name="p0x5" fmla="*/ 17385 w 17385"/>
              <a:gd name="p0y5" fmla="*/ 1957 h 2107"/>
              <a:gd name="p0x6" fmla="*/ 17385 w 17385"/>
              <a:gd name="p0y6" fmla="*/ 2040 h 2107"/>
              <a:gd name="p0x7" fmla="*/ 17317 w 17385"/>
              <a:gd name="p0y7" fmla="*/ 2107 h 2107"/>
              <a:gd name="p0x8" fmla="*/ 17235 w 17385"/>
              <a:gd name="p0y8" fmla="*/ 2107 h 2107"/>
              <a:gd name="p0x9" fmla="*/ 150 w 17385"/>
              <a:gd name="p0y9" fmla="*/ 2107 h 2107"/>
              <a:gd name="p0x10" fmla="*/ 67 w 17385"/>
              <a:gd name="p0y10" fmla="*/ 2107 h 2107"/>
              <a:gd name="p0x11" fmla="*/ 0 w 17385"/>
              <a:gd name="p0y11" fmla="*/ 2040 h 2107"/>
              <a:gd name="p0x12" fmla="*/ 0 w 17385"/>
              <a:gd name="p0y12" fmla="*/ 1957 h 2107"/>
              <a:gd name="p0x13" fmla="*/ 0 w 17385"/>
              <a:gd name="p0y13" fmla="*/ 150 h 2107"/>
              <a:gd name="p0x14" fmla="*/ 0 w 17385"/>
              <a:gd name="p0y14" fmla="*/ 67 h 2107"/>
              <a:gd name="p0x15" fmla="*/ 67 w 17385"/>
              <a:gd name="p0y15" fmla="*/ 0 h 2107"/>
              <a:gd name="p0x16" fmla="*/ 150 w 17385"/>
              <a:gd name="p0y16" fmla="*/ 0 h 21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71525" y="1386364"/>
            <a:ext cx="106489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项目定位</a:t>
            </a:r>
            <a:endParaRPr sz="210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771525" y="1835944"/>
            <a:ext cx="106489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基于</a:t>
            </a:r>
            <a:r>
              <a:rPr lang="en-US" altLang="zh-CN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Spring Boot </a:t>
            </a:r>
            <a:r>
              <a:rPr lang="zh-CN" altLang="en-US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的</a:t>
            </a:r>
            <a:r>
              <a:rPr lang="en-US" altLang="zh-CN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B/S </a:t>
            </a:r>
            <a:r>
              <a:rPr lang="zh-CN" altLang="en-US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架构酒店在线预订平台，集房型浏览、在线预订、订单管理、用户评价和管理员后台于一体。</a:t>
            </a:r>
            <a:endParaRPr lang="zh-CN" altLang="en-US" sz="15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575945" y="2647950"/>
            <a:ext cx="11039475" cy="2286000"/>
          </a:xfrm>
          <a:custGeom>
            <a:avLst/>
            <a:gdLst>
              <a:gd name="sw" fmla="*/ 1 w 17385"/>
              <a:gd name="sh" fmla="*/ 1 h 3600"/>
              <a:gd name="mins" fmla="min sw sh"/>
              <a:gd name="dsw" fmla="+- 0 sw mins"/>
              <a:gd name="dsh" fmla="+- 0 sh mins"/>
              <a:gd name="p0x0" fmla="*/ 150 w 17385"/>
              <a:gd name="p0y0" fmla="*/ 0 h 3600"/>
              <a:gd name="p0x1" fmla="*/ 17235 w 17385"/>
              <a:gd name="p0y1" fmla="*/ 0 h 3600"/>
              <a:gd name="p0x2" fmla="*/ 17317 w 17385"/>
              <a:gd name="p0y2" fmla="*/ 0 h 3600"/>
              <a:gd name="p0x3" fmla="*/ 17385 w 17385"/>
              <a:gd name="p0y3" fmla="*/ 67 h 3600"/>
              <a:gd name="p0x4" fmla="*/ 17385 w 17385"/>
              <a:gd name="p0y4" fmla="*/ 150 h 3600"/>
              <a:gd name="p0x5" fmla="*/ 17385 w 17385"/>
              <a:gd name="p0y5" fmla="*/ 3450 h 3600"/>
              <a:gd name="p0x6" fmla="*/ 17385 w 17385"/>
              <a:gd name="p0y6" fmla="*/ 3532 h 3600"/>
              <a:gd name="p0x7" fmla="*/ 17317 w 17385"/>
              <a:gd name="p0y7" fmla="*/ 3600 h 3600"/>
              <a:gd name="p0x8" fmla="*/ 17235 w 17385"/>
              <a:gd name="p0y8" fmla="*/ 3600 h 3600"/>
              <a:gd name="p0x9" fmla="*/ 150 w 17385"/>
              <a:gd name="p0y9" fmla="*/ 3600 h 3600"/>
              <a:gd name="p0x10" fmla="*/ 67 w 17385"/>
              <a:gd name="p0y10" fmla="*/ 3600 h 3600"/>
              <a:gd name="p0x11" fmla="*/ 0 w 17385"/>
              <a:gd name="p0y11" fmla="*/ 3532 h 3600"/>
              <a:gd name="p0x12" fmla="*/ 0 w 17385"/>
              <a:gd name="p0y12" fmla="*/ 3450 h 3600"/>
              <a:gd name="p0x13" fmla="*/ 0 w 17385"/>
              <a:gd name="p0y13" fmla="*/ 150 h 3600"/>
              <a:gd name="p0x14" fmla="*/ 0 w 17385"/>
              <a:gd name="p0y14" fmla="*/ 67 h 3600"/>
              <a:gd name="p0x15" fmla="*/ 67 w 17385"/>
              <a:gd name="p0y15" fmla="*/ 0 h 3600"/>
              <a:gd name="p0x16" fmla="*/ 150 w 17385"/>
              <a:gd name="p0y16" fmla="*/ 0 h 36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771525" y="2827020"/>
            <a:ext cx="106489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核心目标</a:t>
            </a:r>
            <a:endParaRPr sz="210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771525" y="34143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904875" y="3276600"/>
            <a:ext cx="4572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为客户提供便捷的在线房间浏览、搜索与预订服务</a:t>
            </a:r>
            <a:endParaRPr sz="15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771525" y="37953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904875" y="3657600"/>
            <a:ext cx="6096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为酒店管理员提供房型管理、库存配置、订单处理、用户管理等功能</a:t>
            </a:r>
            <a:endParaRPr sz="15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771525" y="41763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904875" y="4038600"/>
            <a:ext cx="514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实现订单全生命周期管理，含信用惩罚机制防止恶意取消</a:t>
            </a:r>
            <a:endParaRPr sz="15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771525" y="45573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904875" y="4419600"/>
            <a:ext cx="4701778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提供暗色玻璃态现代化</a:t>
            </a:r>
            <a:r>
              <a:rPr lang="en-US" altLang="zh-CN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UI </a:t>
            </a:r>
            <a:r>
              <a:rPr lang="zh-CN" altLang="en-US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界面，适配</a:t>
            </a:r>
            <a:r>
              <a:rPr lang="en-US" altLang="zh-CN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PC </a:t>
            </a:r>
            <a:r>
              <a:rPr lang="zh-CN" altLang="en-US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与移动端</a:t>
            </a:r>
            <a:endParaRPr lang="zh-CN" altLang="en-US" sz="15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575945" y="5133975"/>
            <a:ext cx="11039475" cy="1337945"/>
          </a:xfrm>
          <a:custGeom>
            <a:avLst/>
            <a:gdLst>
              <a:gd name="sw" fmla="*/ 1 w 17385"/>
              <a:gd name="sh" fmla="*/ 1 h 2107"/>
              <a:gd name="mins" fmla="min sw sh"/>
              <a:gd name="dsw" fmla="+- 0 sw mins"/>
              <a:gd name="dsh" fmla="+- 0 sh mins"/>
              <a:gd name="p0x0" fmla="*/ 150 w 17385"/>
              <a:gd name="p0y0" fmla="*/ 0 h 2107"/>
              <a:gd name="p0x1" fmla="*/ 17235 w 17385"/>
              <a:gd name="p0y1" fmla="*/ 0 h 2107"/>
              <a:gd name="p0x2" fmla="*/ 17317 w 17385"/>
              <a:gd name="p0y2" fmla="*/ 0 h 2107"/>
              <a:gd name="p0x3" fmla="*/ 17385 w 17385"/>
              <a:gd name="p0y3" fmla="*/ 67 h 2107"/>
              <a:gd name="p0x4" fmla="*/ 17385 w 17385"/>
              <a:gd name="p0y4" fmla="*/ 150 h 2107"/>
              <a:gd name="p0x5" fmla="*/ 17385 w 17385"/>
              <a:gd name="p0y5" fmla="*/ 1957 h 2107"/>
              <a:gd name="p0x6" fmla="*/ 17385 w 17385"/>
              <a:gd name="p0y6" fmla="*/ 2040 h 2107"/>
              <a:gd name="p0x7" fmla="*/ 17317 w 17385"/>
              <a:gd name="p0y7" fmla="*/ 2107 h 2107"/>
              <a:gd name="p0x8" fmla="*/ 17235 w 17385"/>
              <a:gd name="p0y8" fmla="*/ 2107 h 2107"/>
              <a:gd name="p0x9" fmla="*/ 150 w 17385"/>
              <a:gd name="p0y9" fmla="*/ 2107 h 2107"/>
              <a:gd name="p0x10" fmla="*/ 67 w 17385"/>
              <a:gd name="p0y10" fmla="*/ 2107 h 2107"/>
              <a:gd name="p0x11" fmla="*/ 0 w 17385"/>
              <a:gd name="p0y11" fmla="*/ 2040 h 2107"/>
              <a:gd name="p0x12" fmla="*/ 0 w 17385"/>
              <a:gd name="p0y12" fmla="*/ 1957 h 2107"/>
              <a:gd name="p0x13" fmla="*/ 0 w 17385"/>
              <a:gd name="p0y13" fmla="*/ 150 h 2107"/>
              <a:gd name="p0x14" fmla="*/ 0 w 17385"/>
              <a:gd name="p0y14" fmla="*/ 67 h 2107"/>
              <a:gd name="p0x15" fmla="*/ 67 w 17385"/>
              <a:gd name="p0y15" fmla="*/ 0 h 2107"/>
              <a:gd name="p0x16" fmla="*/ 150 w 17385"/>
              <a:gd name="p0y16" fmla="*/ 0 h 21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771525" y="5313045"/>
            <a:ext cx="106489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开发模式</a:t>
            </a:r>
            <a:endParaRPr sz="210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7"/>
            </p:custDataLst>
          </p:nvPr>
        </p:nvSpPr>
        <p:spPr>
          <a:xfrm>
            <a:off x="771525" y="583946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904875" y="5701903"/>
            <a:ext cx="646405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团队协作开发，</a:t>
            </a:r>
            <a:r>
              <a:rPr lang="en-US" altLang="zh-CN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Git </a:t>
            </a:r>
            <a:r>
              <a:rPr lang="zh-CN" altLang="en-US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分支管理（</a:t>
            </a:r>
            <a:r>
              <a:rPr lang="en-US" altLang="zh-CN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feature </a:t>
            </a:r>
            <a:r>
              <a:rPr lang="zh-CN" altLang="en-US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分支</a:t>
            </a:r>
            <a:r>
              <a:rPr lang="en-US" altLang="zh-CN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→ Pull Request → main</a:t>
            </a:r>
            <a:r>
              <a:rPr lang="zh-CN" altLang="en-US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）</a:t>
            </a:r>
            <a:endParaRPr lang="zh-CN" altLang="en-US" sz="15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19"/>
            </p:custDataLst>
          </p:nvPr>
        </p:nvSpPr>
        <p:spPr>
          <a:xfrm>
            <a:off x="771525" y="615823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0"/>
            </p:custDataLst>
          </p:nvPr>
        </p:nvSpPr>
        <p:spPr>
          <a:xfrm>
            <a:off x="904875" y="6020400"/>
            <a:ext cx="443738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前后端一体化，</a:t>
            </a:r>
            <a:r>
              <a:rPr lang="en-US" altLang="zh-CN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Thymeleaf </a:t>
            </a:r>
            <a:r>
              <a:rPr lang="zh-CN" altLang="en-US" sz="15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模板引擎服务端渲染</a:t>
            </a:r>
            <a:endParaRPr lang="zh-CN" altLang="en-US" sz="15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19100" y="285750"/>
            <a:ext cx="113538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22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技术栈</a:t>
            </a:r>
            <a:endParaRPr sz="22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465455" y="855980"/>
          <a:ext cx="11269980" cy="3154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6660"/>
                <a:gridCol w="3756660"/>
                <a:gridCol w="3756660"/>
              </a:tblGrid>
              <a:tr h="321310">
                <a:tc>
                  <a:txBody>
                    <a:bodyPr wrap="square"/>
                    <a:p>
                      <a:pPr algn="l"/>
                      <a:r>
                        <a:rPr sz="1025" b="1">
                          <a:solidFill>
                            <a:srgbClr val="FFFFFF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层次</a:t>
                      </a:r>
                      <a:endParaRPr sz="1025" b="1">
                        <a:solidFill>
                          <a:srgbClr val="FFFFFF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D5913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25" b="1">
                          <a:solidFill>
                            <a:srgbClr val="FFFFFF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技术选型</a:t>
                      </a:r>
                      <a:endParaRPr sz="1025" b="1">
                        <a:solidFill>
                          <a:srgbClr val="FFFFFF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D5913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25" b="1">
                          <a:solidFill>
                            <a:srgbClr val="FFFFFF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说明</a:t>
                      </a:r>
                      <a:endParaRPr sz="1025" b="1">
                        <a:solidFill>
                          <a:srgbClr val="FFFFFF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D59134"/>
                    </a:solidFill>
                  </a:tcPr>
                </a:tc>
              </a:tr>
              <a:tr h="354330">
                <a:tc>
                  <a:txBody>
                    <a:bodyPr wrap="square"/>
                    <a:p>
                      <a:pPr algn="l"/>
                      <a:r>
                        <a:rPr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后端框架</a:t>
                      </a:r>
                      <a:endParaRPr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Spring Boot 3.2.10</a:t>
                      </a:r>
                      <a:endParaRPr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核心业务框架，自动配置，快速开发</a:t>
                      </a:r>
                      <a:endParaRPr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353695">
                <a:tc>
                  <a:txBody>
                    <a:bodyPr wrap="square"/>
                    <a:p>
                      <a:pPr algn="l"/>
                      <a:r>
                        <a:rPr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ORM</a:t>
                      </a:r>
                      <a:endParaRPr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Spring Data JPA (Hibernate)</a:t>
                      </a:r>
                      <a:endParaRPr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对象关系映射，自动建表</a:t>
                      </a:r>
                      <a:r>
                        <a:rPr lang="en-US" altLang="zh-CN"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(ddl-auto: update)</a:t>
                      </a:r>
                      <a:endParaRPr lang="en-US" altLang="zh-CN"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353695">
                <a:tc>
                  <a:txBody>
                    <a:bodyPr wrap="square"/>
                    <a:p>
                      <a:pPr algn="l"/>
                      <a:r>
                        <a:rPr sz="895" b="1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安全</a:t>
                      </a:r>
                      <a:endParaRPr sz="895" b="1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95" b="1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Spring Security Crypto (BCrypt)</a:t>
                      </a:r>
                      <a:endParaRPr sz="895" b="1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密码加密存储，防彩虹表攻击</a:t>
                      </a:r>
                      <a:endParaRPr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354330">
                <a:tc>
                  <a:txBody>
                    <a:bodyPr wrap="square"/>
                    <a:p>
                      <a:pPr algn="l"/>
                      <a:r>
                        <a:rPr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模板引擎</a:t>
                      </a:r>
                      <a:endParaRPr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Thymeleaf</a:t>
                      </a:r>
                      <a:endParaRPr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服务端渲染，天然防</a:t>
                      </a:r>
                      <a:r>
                        <a:rPr lang="en-US" altLang="zh-CN"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XSS</a:t>
                      </a:r>
                      <a:r>
                        <a:rPr lang="zh-CN" altLang="en-US"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（自动转义</a:t>
                      </a:r>
                      <a:r>
                        <a:rPr lang="en-US" altLang="zh-CN"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HTML</a:t>
                      </a:r>
                      <a:r>
                        <a:rPr lang="zh-CN" altLang="en-US"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）</a:t>
                      </a:r>
                      <a:endParaRPr lang="zh-CN" altLang="en-US"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353695">
                <a:tc>
                  <a:txBody>
                    <a:bodyPr wrap="square"/>
                    <a:p>
                      <a:pPr algn="l"/>
                      <a:r>
                        <a:rPr sz="895" b="1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数据库</a:t>
                      </a:r>
                      <a:endParaRPr sz="895" b="1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95" b="1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Microsoft SQL Server 2022</a:t>
                      </a:r>
                      <a:endParaRPr sz="895" b="1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关系型数据库，支持事务、悲观锁</a:t>
                      </a:r>
                      <a:endParaRPr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354330">
                <a:tc>
                  <a:txBody>
                    <a:bodyPr wrap="square"/>
                    <a:p>
                      <a:pPr algn="l"/>
                      <a:r>
                        <a:rPr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前端样式</a:t>
                      </a:r>
                      <a:endParaRPr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Bootstrap 5.3</a:t>
                      </a:r>
                      <a:endParaRPr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响应式布局，移动端适配</a:t>
                      </a:r>
                      <a:endParaRPr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354330">
                <a:tc>
                  <a:txBody>
                    <a:bodyPr wrap="square"/>
                    <a:p>
                      <a:pPr algn="l"/>
                      <a:r>
                        <a:rPr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构建工具</a:t>
                      </a:r>
                      <a:endParaRPr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Maven (mvnw wrapper)</a:t>
                      </a:r>
                      <a:endParaRPr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依赖管理，一键构建运行</a:t>
                      </a:r>
                      <a:endParaRPr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354330">
                <a:tc>
                  <a:txBody>
                    <a:bodyPr wrap="square"/>
                    <a:p>
                      <a:pPr algn="l"/>
                      <a:r>
                        <a:rPr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开发语言</a:t>
                      </a:r>
                      <a:endParaRPr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Java 17 + HTML5 + CSS3</a:t>
                      </a:r>
                      <a:endParaRPr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9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稳定、高性能、跨平台</a:t>
                      </a:r>
                      <a:endParaRPr sz="89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5405" marR="65405" marT="65405" marB="65405" anchor="ctr">
                    <a:lnL w="8150">
                      <a:solidFill>
                        <a:srgbClr val="E2D4C4"/>
                      </a:solidFill>
                      <a:prstDash val="solid"/>
                    </a:lnL>
                    <a:lnR w="8150">
                      <a:solidFill>
                        <a:srgbClr val="E2D4C4"/>
                      </a:solidFill>
                      <a:prstDash val="solid"/>
                    </a:lnR>
                    <a:lnT w="8150">
                      <a:solidFill>
                        <a:srgbClr val="E2D4C4"/>
                      </a:solidFill>
                      <a:prstDash val="solid"/>
                    </a:lnT>
                    <a:lnB w="8150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</a:tbl>
          </a:graphicData>
        </a:graphic>
      </p:graphicFrame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461645" y="4313555"/>
            <a:ext cx="11268075" cy="1057275"/>
          </a:xfrm>
          <a:custGeom>
            <a:avLst/>
            <a:gdLst>
              <a:gd name="sw" fmla="*/ 1 w 17974"/>
              <a:gd name="sh" fmla="*/ 1 h 1687"/>
              <a:gd name="mins" fmla="min sw sh"/>
              <a:gd name="dsw" fmla="+- 0 sw mins"/>
              <a:gd name="dsh" fmla="+- 0 sh mins"/>
              <a:gd name="p0x0" fmla="*/ 150 w 17974"/>
              <a:gd name="p0y0" fmla="*/ 0 h 1687"/>
              <a:gd name="p0x1" fmla="*/ 17824 w 17974"/>
              <a:gd name="p0y1" fmla="*/ 0 h 1687"/>
              <a:gd name="p0x2" fmla="*/ 17907 w 17974"/>
              <a:gd name="p0y2" fmla="*/ 0 h 1687"/>
              <a:gd name="p0x3" fmla="*/ 17974 w 17974"/>
              <a:gd name="p0y3" fmla="*/ 67 h 1687"/>
              <a:gd name="p0x4" fmla="*/ 17974 w 17974"/>
              <a:gd name="p0y4" fmla="*/ 150 h 1687"/>
              <a:gd name="p0x5" fmla="*/ 17974 w 17974"/>
              <a:gd name="p0y5" fmla="*/ 1537 h 1687"/>
              <a:gd name="p0x6" fmla="*/ 17974 w 17974"/>
              <a:gd name="p0y6" fmla="*/ 1620 h 1687"/>
              <a:gd name="p0x7" fmla="*/ 17907 w 17974"/>
              <a:gd name="p0y7" fmla="*/ 1687 h 1687"/>
              <a:gd name="p0x8" fmla="*/ 17824 w 17974"/>
              <a:gd name="p0y8" fmla="*/ 1687 h 1687"/>
              <a:gd name="p0x9" fmla="*/ 150 w 17974"/>
              <a:gd name="p0y9" fmla="*/ 1687 h 1687"/>
              <a:gd name="p0x10" fmla="*/ 67 w 17974"/>
              <a:gd name="p0y10" fmla="*/ 1687 h 1687"/>
              <a:gd name="p0x11" fmla="*/ 0 w 17974"/>
              <a:gd name="p0y11" fmla="*/ 1620 h 1687"/>
              <a:gd name="p0x12" fmla="*/ 0 w 17974"/>
              <a:gd name="p0y12" fmla="*/ 1537 h 1687"/>
              <a:gd name="p0x13" fmla="*/ 0 w 17974"/>
              <a:gd name="p0y13" fmla="*/ 150 h 1687"/>
              <a:gd name="p0x14" fmla="*/ 0 w 17974"/>
              <a:gd name="p0y14" fmla="*/ 67 h 1687"/>
              <a:gd name="p0x15" fmla="*/ 67 w 17974"/>
              <a:gd name="p0y15" fmla="*/ 0 h 1687"/>
              <a:gd name="p0x16" fmla="*/ 150 w 17974"/>
              <a:gd name="p0y16" fmla="*/ 0 h 168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403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654685" y="4610100"/>
            <a:ext cx="10882630" cy="197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18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系统架构</a:t>
            </a:r>
            <a:endParaRPr sz="118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654685" y="4901565"/>
            <a:ext cx="649605" cy="1739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35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Browser</a:t>
            </a:r>
            <a:endParaRPr sz="1035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210310" y="4901565"/>
            <a:ext cx="263525" cy="1739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35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</a:rPr>
              <a:t>→</a:t>
            </a:r>
            <a:endParaRPr sz="1035">
              <a:solidFill>
                <a:srgbClr val="7A6A5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379855" y="4901565"/>
            <a:ext cx="735330" cy="1739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35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Controller</a:t>
            </a:r>
            <a:endParaRPr sz="1035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2021205" y="4915535"/>
            <a:ext cx="83693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885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</a:rPr>
              <a:t>(Spring MVC)</a:t>
            </a:r>
            <a:endParaRPr sz="885">
              <a:solidFill>
                <a:srgbClr val="7A6A5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2783205" y="4901565"/>
            <a:ext cx="262890" cy="1739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35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</a:rPr>
              <a:t>→</a:t>
            </a:r>
            <a:endParaRPr sz="1035">
              <a:solidFill>
                <a:srgbClr val="7A6A5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2952115" y="4901565"/>
            <a:ext cx="596265" cy="1739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35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Service</a:t>
            </a:r>
            <a:endParaRPr sz="1035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3454400" y="4915535"/>
            <a:ext cx="64389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885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(</a:t>
            </a:r>
            <a:r>
              <a:rPr lang="zh-CN" altLang="en-US" sz="885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业务逻辑</a:t>
            </a:r>
            <a:r>
              <a:rPr lang="en-US" altLang="zh-CN" sz="885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885">
              <a:solidFill>
                <a:srgbClr val="7A6A5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4022725" y="4901565"/>
            <a:ext cx="263525" cy="1739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35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</a:rPr>
              <a:t>→</a:t>
            </a:r>
            <a:endParaRPr sz="1035">
              <a:solidFill>
                <a:srgbClr val="7A6A5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4192270" y="4901565"/>
            <a:ext cx="795655" cy="1739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35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Repository</a:t>
            </a:r>
            <a:endParaRPr sz="1035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4893310" y="4915535"/>
            <a:ext cx="40894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885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</a:rPr>
              <a:t>(JPA)</a:t>
            </a:r>
            <a:endParaRPr sz="885">
              <a:solidFill>
                <a:srgbClr val="7A6A5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5226685" y="4901565"/>
            <a:ext cx="263525" cy="1739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35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</a:rPr>
              <a:t>→</a:t>
            </a:r>
            <a:endParaRPr sz="1035">
              <a:solidFill>
                <a:srgbClr val="7A6A5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5396230" y="4901565"/>
            <a:ext cx="848360" cy="1739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35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SQL Server</a:t>
            </a:r>
            <a:endParaRPr sz="1035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7"/>
            </p:custDataLst>
          </p:nvPr>
        </p:nvSpPr>
        <p:spPr>
          <a:xfrm>
            <a:off x="461645" y="5455920"/>
            <a:ext cx="11268075" cy="1057910"/>
          </a:xfrm>
          <a:custGeom>
            <a:avLst/>
            <a:gdLst>
              <a:gd name="sw" fmla="*/ 1 w 17974"/>
              <a:gd name="sh" fmla="*/ 1 h 1687"/>
              <a:gd name="mins" fmla="min sw sh"/>
              <a:gd name="dsw" fmla="+- 0 sw mins"/>
              <a:gd name="dsh" fmla="+- 0 sh mins"/>
              <a:gd name="p0x0" fmla="*/ 150 w 17974"/>
              <a:gd name="p0y0" fmla="*/ 0 h 1687"/>
              <a:gd name="p0x1" fmla="*/ 17824 w 17974"/>
              <a:gd name="p0y1" fmla="*/ 0 h 1687"/>
              <a:gd name="p0x2" fmla="*/ 17907 w 17974"/>
              <a:gd name="p0y2" fmla="*/ 0 h 1687"/>
              <a:gd name="p0x3" fmla="*/ 17974 w 17974"/>
              <a:gd name="p0y3" fmla="*/ 67 h 1687"/>
              <a:gd name="p0x4" fmla="*/ 17974 w 17974"/>
              <a:gd name="p0y4" fmla="*/ 150 h 1687"/>
              <a:gd name="p0x5" fmla="*/ 17974 w 17974"/>
              <a:gd name="p0y5" fmla="*/ 1537 h 1687"/>
              <a:gd name="p0x6" fmla="*/ 17974 w 17974"/>
              <a:gd name="p0y6" fmla="*/ 1620 h 1687"/>
              <a:gd name="p0x7" fmla="*/ 17907 w 17974"/>
              <a:gd name="p0y7" fmla="*/ 1687 h 1687"/>
              <a:gd name="p0x8" fmla="*/ 17824 w 17974"/>
              <a:gd name="p0y8" fmla="*/ 1687 h 1687"/>
              <a:gd name="p0x9" fmla="*/ 150 w 17974"/>
              <a:gd name="p0y9" fmla="*/ 1687 h 1687"/>
              <a:gd name="p0x10" fmla="*/ 67 w 17974"/>
              <a:gd name="p0y10" fmla="*/ 1687 h 1687"/>
              <a:gd name="p0x11" fmla="*/ 0 w 17974"/>
              <a:gd name="p0y11" fmla="*/ 1620 h 1687"/>
              <a:gd name="p0x12" fmla="*/ 0 w 17974"/>
              <a:gd name="p0y12" fmla="*/ 1537 h 1687"/>
              <a:gd name="p0x13" fmla="*/ 0 w 17974"/>
              <a:gd name="p0y13" fmla="*/ 150 h 1687"/>
              <a:gd name="p0x14" fmla="*/ 0 w 17974"/>
              <a:gd name="p0y14" fmla="*/ 67 h 1687"/>
              <a:gd name="p0x15" fmla="*/ 67 w 17974"/>
              <a:gd name="p0y15" fmla="*/ 0 h 1687"/>
              <a:gd name="p0x16" fmla="*/ 150 w 17974"/>
              <a:gd name="p0y16" fmla="*/ 0 h 168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403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654685" y="5648960"/>
            <a:ext cx="10882630" cy="197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18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安全机制</a:t>
            </a:r>
            <a:endParaRPr sz="118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19"/>
            </p:custDataLst>
          </p:nvPr>
        </p:nvSpPr>
        <p:spPr>
          <a:xfrm>
            <a:off x="654685" y="5906135"/>
            <a:ext cx="46990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739140" y="5879465"/>
            <a:ext cx="3480435" cy="2006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en-US" altLang="en-US" sz="103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Session </a:t>
            </a:r>
            <a:r>
              <a:rPr lang="zh-CN" altLang="en-US" sz="103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会话管理</a:t>
            </a:r>
            <a:r>
              <a:rPr lang="en-US" altLang="zh-CN" sz="103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+ LoginInterceptor </a:t>
            </a:r>
            <a:r>
              <a:rPr lang="zh-CN" altLang="en-US" sz="103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拦截器统一鉴权</a:t>
            </a:r>
            <a:endParaRPr lang="zh-CN" altLang="en-US" sz="1035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1"/>
            </p:custDataLst>
          </p:nvPr>
        </p:nvSpPr>
        <p:spPr>
          <a:xfrm>
            <a:off x="654685" y="6057265"/>
            <a:ext cx="46990" cy="46990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739140" y="6030595"/>
            <a:ext cx="397446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03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角色访问控制（</a:t>
            </a:r>
            <a:r>
              <a:rPr lang="en-US" altLang="zh-CN" sz="103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USER / ADMIN</a:t>
            </a:r>
            <a:r>
              <a:rPr lang="zh-CN" altLang="en-US" sz="103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），普通用户无法访问管理后台</a:t>
            </a:r>
            <a:endParaRPr lang="zh-CN" altLang="en-US" sz="1035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3"/>
            </p:custDataLst>
          </p:nvPr>
        </p:nvSpPr>
        <p:spPr>
          <a:xfrm>
            <a:off x="654685" y="6207760"/>
            <a:ext cx="46990" cy="46990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4"/>
            </p:custDataLst>
          </p:nvPr>
        </p:nvSpPr>
        <p:spPr>
          <a:xfrm>
            <a:off x="739140" y="6181090"/>
            <a:ext cx="467423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en-US" altLang="en-US" sz="103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BCrypt </a:t>
            </a:r>
            <a:r>
              <a:rPr lang="zh-CN" altLang="en-US" sz="103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密码哈希</a:t>
            </a:r>
            <a:r>
              <a:rPr lang="en-US" altLang="zh-CN" sz="103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+ Thymeleaf HTML </a:t>
            </a:r>
            <a:r>
              <a:rPr lang="zh-CN" altLang="en-US" sz="103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转义</a:t>
            </a:r>
            <a:r>
              <a:rPr lang="en-US" altLang="zh-CN" sz="103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+ JPA </a:t>
            </a:r>
            <a:r>
              <a:rPr lang="zh-CN" altLang="en-US" sz="103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参数化查询防</a:t>
            </a:r>
            <a:r>
              <a:rPr lang="en-US" altLang="zh-CN" sz="103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SQL </a:t>
            </a:r>
            <a:r>
              <a:rPr lang="zh-CN" altLang="en-US" sz="103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注入</a:t>
            </a:r>
            <a:endParaRPr lang="zh-CN" altLang="en-US" sz="1035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系统功能模块总览</a:t>
            </a:r>
            <a:endParaRPr sz="300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647950" cy="1276350"/>
          </a:xfrm>
          <a:custGeom>
            <a:avLst/>
            <a:gdLst>
              <a:gd name="sw" fmla="*/ 1 w 4170"/>
              <a:gd name="sh" fmla="*/ 1 h 2010"/>
              <a:gd name="mins" fmla="min sw sh"/>
              <a:gd name="dsw" fmla="+- 0 sw mins"/>
              <a:gd name="dsh" fmla="+- 0 sh mins"/>
              <a:gd name="p0x0" fmla="*/ 150 w 4170"/>
              <a:gd name="p0y0" fmla="*/ 0 h 2010"/>
              <a:gd name="p0x1" fmla="*/ 4020 w 4170"/>
              <a:gd name="p0y1" fmla="*/ 0 h 2010"/>
              <a:gd name="p0x2" fmla="*/ 4102 w 4170"/>
              <a:gd name="p0y2" fmla="*/ 0 h 2010"/>
              <a:gd name="p0x3" fmla="*/ 4170 w 4170"/>
              <a:gd name="p0y3" fmla="*/ 67 h 2010"/>
              <a:gd name="p0x4" fmla="*/ 4170 w 4170"/>
              <a:gd name="p0y4" fmla="*/ 150 h 2010"/>
              <a:gd name="p0x5" fmla="*/ 4170 w 4170"/>
              <a:gd name="p0y5" fmla="*/ 1860 h 2010"/>
              <a:gd name="p0x6" fmla="*/ 4170 w 4170"/>
              <a:gd name="p0y6" fmla="*/ 1942 h 2010"/>
              <a:gd name="p0x7" fmla="*/ 4102 w 4170"/>
              <a:gd name="p0y7" fmla="*/ 2010 h 2010"/>
              <a:gd name="p0x8" fmla="*/ 4020 w 4170"/>
              <a:gd name="p0y8" fmla="*/ 2010 h 2010"/>
              <a:gd name="p0x9" fmla="*/ 150 w 4170"/>
              <a:gd name="p0y9" fmla="*/ 2010 h 2010"/>
              <a:gd name="p0x10" fmla="*/ 67 w 4170"/>
              <a:gd name="p0y10" fmla="*/ 2010 h 2010"/>
              <a:gd name="p0x11" fmla="*/ 0 w 4170"/>
              <a:gd name="p0y11" fmla="*/ 1942 h 2010"/>
              <a:gd name="p0x12" fmla="*/ 0 w 4170"/>
              <a:gd name="p0y12" fmla="*/ 1860 h 2010"/>
              <a:gd name="p0x13" fmla="*/ 0 w 4170"/>
              <a:gd name="p0y13" fmla="*/ 150 h 2010"/>
              <a:gd name="p0x14" fmla="*/ 0 w 4170"/>
              <a:gd name="p0y14" fmla="*/ 67 h 2010"/>
              <a:gd name="p0x15" fmla="*/ 67 w 4170"/>
              <a:gd name="p0y15" fmla="*/ 0 h 2010"/>
              <a:gd name="p0x16" fmla="*/ 150 w 4170"/>
              <a:gd name="p0y16" fmla="*/ 0 h 20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695325" y="12287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3846" t="-3333" r="-3846" b="-3333"/>
          <a:stretch>
            <a:fillRect/>
          </a:stretch>
        </p:blipFill>
        <p:spPr>
          <a:xfrm>
            <a:off x="762000" y="1285875"/>
            <a:ext cx="133350" cy="1524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038225" y="1228725"/>
            <a:ext cx="1524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用户注册与登录</a:t>
            </a:r>
            <a:endParaRPr sz="1500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019175" y="1560195"/>
            <a:ext cx="2085975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BCrypt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加密注册，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Session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会话登录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9"/>
            </p:custDataLst>
          </p:nvPr>
        </p:nvSpPr>
        <p:spPr>
          <a:xfrm>
            <a:off x="3309620" y="1109345"/>
            <a:ext cx="2647950" cy="1276350"/>
          </a:xfrm>
          <a:custGeom>
            <a:avLst/>
            <a:gdLst>
              <a:gd name="sw" fmla="*/ 1 w 4170"/>
              <a:gd name="sh" fmla="*/ 1 h 2010"/>
              <a:gd name="mins" fmla="min sw sh"/>
              <a:gd name="dsw" fmla="+- 0 sw mins"/>
              <a:gd name="dsh" fmla="+- 0 sh mins"/>
              <a:gd name="p0x0" fmla="*/ 150 w 4170"/>
              <a:gd name="p0y0" fmla="*/ 0 h 2010"/>
              <a:gd name="p0x1" fmla="*/ 4020 w 4170"/>
              <a:gd name="p0y1" fmla="*/ 0 h 2010"/>
              <a:gd name="p0x2" fmla="*/ 4102 w 4170"/>
              <a:gd name="p0y2" fmla="*/ 0 h 2010"/>
              <a:gd name="p0x3" fmla="*/ 4170 w 4170"/>
              <a:gd name="p0y3" fmla="*/ 67 h 2010"/>
              <a:gd name="p0x4" fmla="*/ 4170 w 4170"/>
              <a:gd name="p0y4" fmla="*/ 150 h 2010"/>
              <a:gd name="p0x5" fmla="*/ 4170 w 4170"/>
              <a:gd name="p0y5" fmla="*/ 1860 h 2010"/>
              <a:gd name="p0x6" fmla="*/ 4170 w 4170"/>
              <a:gd name="p0y6" fmla="*/ 1942 h 2010"/>
              <a:gd name="p0x7" fmla="*/ 4102 w 4170"/>
              <a:gd name="p0y7" fmla="*/ 2010 h 2010"/>
              <a:gd name="p0x8" fmla="*/ 4020 w 4170"/>
              <a:gd name="p0y8" fmla="*/ 2010 h 2010"/>
              <a:gd name="p0x9" fmla="*/ 150 w 4170"/>
              <a:gd name="p0y9" fmla="*/ 2010 h 2010"/>
              <a:gd name="p0x10" fmla="*/ 67 w 4170"/>
              <a:gd name="p0y10" fmla="*/ 2010 h 2010"/>
              <a:gd name="p0x11" fmla="*/ 0 w 4170"/>
              <a:gd name="p0y11" fmla="*/ 1942 h 2010"/>
              <a:gd name="p0x12" fmla="*/ 0 w 4170"/>
              <a:gd name="p0y12" fmla="*/ 1860 h 2010"/>
              <a:gd name="p0x13" fmla="*/ 0 w 4170"/>
              <a:gd name="p0y13" fmla="*/ 150 h 2010"/>
              <a:gd name="p0x14" fmla="*/ 0 w 4170"/>
              <a:gd name="p0y14" fmla="*/ 67 h 2010"/>
              <a:gd name="p0x15" fmla="*/ 67 w 4170"/>
              <a:gd name="p0y15" fmla="*/ 0 h 2010"/>
              <a:gd name="p0x16" fmla="*/ 150 w 4170"/>
              <a:gd name="p0y16" fmla="*/ 0 h 20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10"/>
            </p:custDataLst>
          </p:nvPr>
        </p:nvSpPr>
        <p:spPr>
          <a:xfrm>
            <a:off x="3429000" y="12287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3486150" y="1285875"/>
            <a:ext cx="152400" cy="1524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4"/>
            </p:custDataLst>
          </p:nvPr>
        </p:nvSpPr>
        <p:spPr>
          <a:xfrm>
            <a:off x="3771900" y="1228725"/>
            <a:ext cx="1524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房型浏览与搜索</a:t>
            </a:r>
            <a:endParaRPr sz="1500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5"/>
            </p:custDataLst>
          </p:nvPr>
        </p:nvSpPr>
        <p:spPr>
          <a:xfrm>
            <a:off x="3752850" y="1560195"/>
            <a:ext cx="2085975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多条件筛选（日期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+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关键字），分页展示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6"/>
            </p:custDataLst>
          </p:nvPr>
        </p:nvSpPr>
        <p:spPr>
          <a:xfrm>
            <a:off x="575945" y="2471420"/>
            <a:ext cx="2647950" cy="1276350"/>
          </a:xfrm>
          <a:custGeom>
            <a:avLst/>
            <a:gdLst>
              <a:gd name="sw" fmla="*/ 1 w 4170"/>
              <a:gd name="sh" fmla="*/ 1 h 2010"/>
              <a:gd name="mins" fmla="min sw sh"/>
              <a:gd name="dsw" fmla="+- 0 sw mins"/>
              <a:gd name="dsh" fmla="+- 0 sh mins"/>
              <a:gd name="p0x0" fmla="*/ 150 w 4170"/>
              <a:gd name="p0y0" fmla="*/ 0 h 2010"/>
              <a:gd name="p0x1" fmla="*/ 4020 w 4170"/>
              <a:gd name="p0y1" fmla="*/ 0 h 2010"/>
              <a:gd name="p0x2" fmla="*/ 4102 w 4170"/>
              <a:gd name="p0y2" fmla="*/ 0 h 2010"/>
              <a:gd name="p0x3" fmla="*/ 4170 w 4170"/>
              <a:gd name="p0y3" fmla="*/ 67 h 2010"/>
              <a:gd name="p0x4" fmla="*/ 4170 w 4170"/>
              <a:gd name="p0y4" fmla="*/ 150 h 2010"/>
              <a:gd name="p0x5" fmla="*/ 4170 w 4170"/>
              <a:gd name="p0y5" fmla="*/ 1860 h 2010"/>
              <a:gd name="p0x6" fmla="*/ 4170 w 4170"/>
              <a:gd name="p0y6" fmla="*/ 1942 h 2010"/>
              <a:gd name="p0x7" fmla="*/ 4102 w 4170"/>
              <a:gd name="p0y7" fmla="*/ 2010 h 2010"/>
              <a:gd name="p0x8" fmla="*/ 4020 w 4170"/>
              <a:gd name="p0y8" fmla="*/ 2010 h 2010"/>
              <a:gd name="p0x9" fmla="*/ 150 w 4170"/>
              <a:gd name="p0y9" fmla="*/ 2010 h 2010"/>
              <a:gd name="p0x10" fmla="*/ 67 w 4170"/>
              <a:gd name="p0y10" fmla="*/ 2010 h 2010"/>
              <a:gd name="p0x11" fmla="*/ 0 w 4170"/>
              <a:gd name="p0y11" fmla="*/ 1942 h 2010"/>
              <a:gd name="p0x12" fmla="*/ 0 w 4170"/>
              <a:gd name="p0y12" fmla="*/ 1860 h 2010"/>
              <a:gd name="p0x13" fmla="*/ 0 w 4170"/>
              <a:gd name="p0y13" fmla="*/ 150 h 2010"/>
              <a:gd name="p0x14" fmla="*/ 0 w 4170"/>
              <a:gd name="p0y14" fmla="*/ 67 h 2010"/>
              <a:gd name="p0x15" fmla="*/ 67 w 4170"/>
              <a:gd name="p0y15" fmla="*/ 0 h 2010"/>
              <a:gd name="p0x16" fmla="*/ 150 w 4170"/>
              <a:gd name="p0y16" fmla="*/ 0 h 20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7"/>
            </p:custDataLst>
          </p:nvPr>
        </p:nvSpPr>
        <p:spPr>
          <a:xfrm>
            <a:off x="695325" y="25908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t="-7143" b="-7143"/>
          <a:stretch>
            <a:fillRect/>
          </a:stretch>
        </p:blipFill>
        <p:spPr>
          <a:xfrm>
            <a:off x="762000" y="2647950"/>
            <a:ext cx="133350" cy="1524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1038225" y="2590800"/>
            <a:ext cx="1143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房型详情页</a:t>
            </a:r>
            <a:endParaRPr sz="1500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2"/>
            </p:custDataLst>
          </p:nvPr>
        </p:nvSpPr>
        <p:spPr>
          <a:xfrm>
            <a:off x="1019175" y="2922270"/>
            <a:ext cx="2085975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多图画廊切换，每日库存显示，评价查看</a:t>
            </a:r>
            <a:endParaRPr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3"/>
            </p:custDataLst>
          </p:nvPr>
        </p:nvSpPr>
        <p:spPr>
          <a:xfrm>
            <a:off x="3309620" y="2471420"/>
            <a:ext cx="2647950" cy="1276350"/>
          </a:xfrm>
          <a:custGeom>
            <a:avLst/>
            <a:gdLst>
              <a:gd name="sw" fmla="*/ 1 w 4170"/>
              <a:gd name="sh" fmla="*/ 1 h 2010"/>
              <a:gd name="mins" fmla="min sw sh"/>
              <a:gd name="dsw" fmla="+- 0 sw mins"/>
              <a:gd name="dsh" fmla="+- 0 sh mins"/>
              <a:gd name="p0x0" fmla="*/ 150 w 4170"/>
              <a:gd name="p0y0" fmla="*/ 0 h 2010"/>
              <a:gd name="p0x1" fmla="*/ 4020 w 4170"/>
              <a:gd name="p0y1" fmla="*/ 0 h 2010"/>
              <a:gd name="p0x2" fmla="*/ 4102 w 4170"/>
              <a:gd name="p0y2" fmla="*/ 0 h 2010"/>
              <a:gd name="p0x3" fmla="*/ 4170 w 4170"/>
              <a:gd name="p0y3" fmla="*/ 67 h 2010"/>
              <a:gd name="p0x4" fmla="*/ 4170 w 4170"/>
              <a:gd name="p0y4" fmla="*/ 150 h 2010"/>
              <a:gd name="p0x5" fmla="*/ 4170 w 4170"/>
              <a:gd name="p0y5" fmla="*/ 1860 h 2010"/>
              <a:gd name="p0x6" fmla="*/ 4170 w 4170"/>
              <a:gd name="p0y6" fmla="*/ 1942 h 2010"/>
              <a:gd name="p0x7" fmla="*/ 4102 w 4170"/>
              <a:gd name="p0y7" fmla="*/ 2010 h 2010"/>
              <a:gd name="p0x8" fmla="*/ 4020 w 4170"/>
              <a:gd name="p0y8" fmla="*/ 2010 h 2010"/>
              <a:gd name="p0x9" fmla="*/ 150 w 4170"/>
              <a:gd name="p0y9" fmla="*/ 2010 h 2010"/>
              <a:gd name="p0x10" fmla="*/ 67 w 4170"/>
              <a:gd name="p0y10" fmla="*/ 2010 h 2010"/>
              <a:gd name="p0x11" fmla="*/ 0 w 4170"/>
              <a:gd name="p0y11" fmla="*/ 1942 h 2010"/>
              <a:gd name="p0x12" fmla="*/ 0 w 4170"/>
              <a:gd name="p0y12" fmla="*/ 1860 h 2010"/>
              <a:gd name="p0x13" fmla="*/ 0 w 4170"/>
              <a:gd name="p0y13" fmla="*/ 150 h 2010"/>
              <a:gd name="p0x14" fmla="*/ 0 w 4170"/>
              <a:gd name="p0y14" fmla="*/ 67 h 2010"/>
              <a:gd name="p0x15" fmla="*/ 67 w 4170"/>
              <a:gd name="p0y15" fmla="*/ 0 h 2010"/>
              <a:gd name="p0x16" fmla="*/ 150 w 4170"/>
              <a:gd name="p0y16" fmla="*/ 0 h 20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4"/>
            </p:custDataLst>
          </p:nvPr>
        </p:nvSpPr>
        <p:spPr>
          <a:xfrm>
            <a:off x="3429000" y="25908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t="-3333" b="-3333"/>
          <a:stretch>
            <a:fillRect/>
          </a:stretch>
        </p:blipFill>
        <p:spPr>
          <a:xfrm>
            <a:off x="3495675" y="2647950"/>
            <a:ext cx="133350" cy="15240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28"/>
            </p:custDataLst>
          </p:nvPr>
        </p:nvSpPr>
        <p:spPr>
          <a:xfrm>
            <a:off x="3771900" y="2590800"/>
            <a:ext cx="952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在线预订</a:t>
            </a:r>
            <a:endParaRPr sz="1500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9"/>
            </p:custDataLst>
          </p:nvPr>
        </p:nvSpPr>
        <p:spPr>
          <a:xfrm>
            <a:off x="3752850" y="2922270"/>
            <a:ext cx="2085975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日期选择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+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数量确认，悲观锁防超卖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0"/>
            </p:custDataLst>
          </p:nvPr>
        </p:nvSpPr>
        <p:spPr>
          <a:xfrm>
            <a:off x="575945" y="3833495"/>
            <a:ext cx="2647950" cy="1276350"/>
          </a:xfrm>
          <a:custGeom>
            <a:avLst/>
            <a:gdLst>
              <a:gd name="sw" fmla="*/ 1 w 4170"/>
              <a:gd name="sh" fmla="*/ 1 h 2010"/>
              <a:gd name="mins" fmla="min sw sh"/>
              <a:gd name="dsw" fmla="+- 0 sw mins"/>
              <a:gd name="dsh" fmla="+- 0 sh mins"/>
              <a:gd name="p0x0" fmla="*/ 150 w 4170"/>
              <a:gd name="p0y0" fmla="*/ 0 h 2010"/>
              <a:gd name="p0x1" fmla="*/ 4020 w 4170"/>
              <a:gd name="p0y1" fmla="*/ 0 h 2010"/>
              <a:gd name="p0x2" fmla="*/ 4102 w 4170"/>
              <a:gd name="p0y2" fmla="*/ 0 h 2010"/>
              <a:gd name="p0x3" fmla="*/ 4170 w 4170"/>
              <a:gd name="p0y3" fmla="*/ 67 h 2010"/>
              <a:gd name="p0x4" fmla="*/ 4170 w 4170"/>
              <a:gd name="p0y4" fmla="*/ 150 h 2010"/>
              <a:gd name="p0x5" fmla="*/ 4170 w 4170"/>
              <a:gd name="p0y5" fmla="*/ 1860 h 2010"/>
              <a:gd name="p0x6" fmla="*/ 4170 w 4170"/>
              <a:gd name="p0y6" fmla="*/ 1942 h 2010"/>
              <a:gd name="p0x7" fmla="*/ 4102 w 4170"/>
              <a:gd name="p0y7" fmla="*/ 2010 h 2010"/>
              <a:gd name="p0x8" fmla="*/ 4020 w 4170"/>
              <a:gd name="p0y8" fmla="*/ 2010 h 2010"/>
              <a:gd name="p0x9" fmla="*/ 150 w 4170"/>
              <a:gd name="p0y9" fmla="*/ 2010 h 2010"/>
              <a:gd name="p0x10" fmla="*/ 67 w 4170"/>
              <a:gd name="p0y10" fmla="*/ 2010 h 2010"/>
              <a:gd name="p0x11" fmla="*/ 0 w 4170"/>
              <a:gd name="p0y11" fmla="*/ 1942 h 2010"/>
              <a:gd name="p0x12" fmla="*/ 0 w 4170"/>
              <a:gd name="p0y12" fmla="*/ 1860 h 2010"/>
              <a:gd name="p0x13" fmla="*/ 0 w 4170"/>
              <a:gd name="p0y13" fmla="*/ 150 h 2010"/>
              <a:gd name="p0x14" fmla="*/ 0 w 4170"/>
              <a:gd name="p0y14" fmla="*/ 67 h 2010"/>
              <a:gd name="p0x15" fmla="*/ 67 w 4170"/>
              <a:gd name="p0y15" fmla="*/ 0 h 2010"/>
              <a:gd name="p0x16" fmla="*/ 150 w 4170"/>
              <a:gd name="p0y16" fmla="*/ 0 h 20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1"/>
            </p:custDataLst>
          </p:nvPr>
        </p:nvSpPr>
        <p:spPr>
          <a:xfrm>
            <a:off x="695325" y="39528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>
          <a:xfrm>
            <a:off x="771525" y="4010025"/>
            <a:ext cx="114300" cy="15240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5"/>
            </p:custDataLst>
          </p:nvPr>
        </p:nvSpPr>
        <p:spPr>
          <a:xfrm>
            <a:off x="1038225" y="3952875"/>
            <a:ext cx="952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订单管理</a:t>
            </a:r>
            <a:endParaRPr sz="1500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6"/>
            </p:custDataLst>
          </p:nvPr>
        </p:nvSpPr>
        <p:spPr>
          <a:xfrm>
            <a:off x="1019175" y="4284345"/>
            <a:ext cx="2085975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支付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/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取消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/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入住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/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退房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全流程操作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7"/>
            </p:custDataLst>
          </p:nvPr>
        </p:nvSpPr>
        <p:spPr>
          <a:xfrm>
            <a:off x="3309620" y="3833495"/>
            <a:ext cx="2647950" cy="1276350"/>
          </a:xfrm>
          <a:custGeom>
            <a:avLst/>
            <a:gdLst>
              <a:gd name="sw" fmla="*/ 1 w 4170"/>
              <a:gd name="sh" fmla="*/ 1 h 2010"/>
              <a:gd name="mins" fmla="min sw sh"/>
              <a:gd name="dsw" fmla="+- 0 sw mins"/>
              <a:gd name="dsh" fmla="+- 0 sh mins"/>
              <a:gd name="p0x0" fmla="*/ 150 w 4170"/>
              <a:gd name="p0y0" fmla="*/ 0 h 2010"/>
              <a:gd name="p0x1" fmla="*/ 4020 w 4170"/>
              <a:gd name="p0y1" fmla="*/ 0 h 2010"/>
              <a:gd name="p0x2" fmla="*/ 4102 w 4170"/>
              <a:gd name="p0y2" fmla="*/ 0 h 2010"/>
              <a:gd name="p0x3" fmla="*/ 4170 w 4170"/>
              <a:gd name="p0y3" fmla="*/ 67 h 2010"/>
              <a:gd name="p0x4" fmla="*/ 4170 w 4170"/>
              <a:gd name="p0y4" fmla="*/ 150 h 2010"/>
              <a:gd name="p0x5" fmla="*/ 4170 w 4170"/>
              <a:gd name="p0y5" fmla="*/ 1860 h 2010"/>
              <a:gd name="p0x6" fmla="*/ 4170 w 4170"/>
              <a:gd name="p0y6" fmla="*/ 1942 h 2010"/>
              <a:gd name="p0x7" fmla="*/ 4102 w 4170"/>
              <a:gd name="p0y7" fmla="*/ 2010 h 2010"/>
              <a:gd name="p0x8" fmla="*/ 4020 w 4170"/>
              <a:gd name="p0y8" fmla="*/ 2010 h 2010"/>
              <a:gd name="p0x9" fmla="*/ 150 w 4170"/>
              <a:gd name="p0y9" fmla="*/ 2010 h 2010"/>
              <a:gd name="p0x10" fmla="*/ 67 w 4170"/>
              <a:gd name="p0y10" fmla="*/ 2010 h 2010"/>
              <a:gd name="p0x11" fmla="*/ 0 w 4170"/>
              <a:gd name="p0y11" fmla="*/ 1942 h 2010"/>
              <a:gd name="p0x12" fmla="*/ 0 w 4170"/>
              <a:gd name="p0y12" fmla="*/ 1860 h 2010"/>
              <a:gd name="p0x13" fmla="*/ 0 w 4170"/>
              <a:gd name="p0y13" fmla="*/ 150 h 2010"/>
              <a:gd name="p0x14" fmla="*/ 0 w 4170"/>
              <a:gd name="p0y14" fmla="*/ 67 h 2010"/>
              <a:gd name="p0x15" fmla="*/ 67 w 4170"/>
              <a:gd name="p0y15" fmla="*/ 0 h 2010"/>
              <a:gd name="p0x16" fmla="*/ 150 w 4170"/>
              <a:gd name="p0y16" fmla="*/ 0 h 20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38"/>
            </p:custDataLst>
          </p:nvPr>
        </p:nvSpPr>
        <p:spPr>
          <a:xfrm>
            <a:off x="3429000" y="39528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941" r="-2941"/>
          <a:stretch>
            <a:fillRect/>
          </a:stretch>
        </p:blipFill>
        <p:spPr>
          <a:xfrm>
            <a:off x="3476625" y="4010025"/>
            <a:ext cx="171450" cy="15240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2"/>
            </p:custDataLst>
          </p:nvPr>
        </p:nvSpPr>
        <p:spPr>
          <a:xfrm>
            <a:off x="3771900" y="3952875"/>
            <a:ext cx="952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用户评价</a:t>
            </a:r>
            <a:endParaRPr sz="1500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43"/>
            </p:custDataLst>
          </p:nvPr>
        </p:nvSpPr>
        <p:spPr>
          <a:xfrm>
            <a:off x="3752850" y="4284345"/>
            <a:ext cx="2085975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五星评分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+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文字评论，已购订单方可评价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44"/>
            </p:custDataLst>
          </p:nvPr>
        </p:nvSpPr>
        <p:spPr>
          <a:xfrm>
            <a:off x="575945" y="5195570"/>
            <a:ext cx="2647950" cy="1276350"/>
          </a:xfrm>
          <a:custGeom>
            <a:avLst/>
            <a:gdLst>
              <a:gd name="sw" fmla="*/ 1 w 4170"/>
              <a:gd name="sh" fmla="*/ 1 h 2010"/>
              <a:gd name="mins" fmla="min sw sh"/>
              <a:gd name="dsw" fmla="+- 0 sw mins"/>
              <a:gd name="dsh" fmla="+- 0 sh mins"/>
              <a:gd name="p0x0" fmla="*/ 150 w 4170"/>
              <a:gd name="p0y0" fmla="*/ 0 h 2010"/>
              <a:gd name="p0x1" fmla="*/ 4020 w 4170"/>
              <a:gd name="p0y1" fmla="*/ 0 h 2010"/>
              <a:gd name="p0x2" fmla="*/ 4102 w 4170"/>
              <a:gd name="p0y2" fmla="*/ 0 h 2010"/>
              <a:gd name="p0x3" fmla="*/ 4170 w 4170"/>
              <a:gd name="p0y3" fmla="*/ 67 h 2010"/>
              <a:gd name="p0x4" fmla="*/ 4170 w 4170"/>
              <a:gd name="p0y4" fmla="*/ 150 h 2010"/>
              <a:gd name="p0x5" fmla="*/ 4170 w 4170"/>
              <a:gd name="p0y5" fmla="*/ 1860 h 2010"/>
              <a:gd name="p0x6" fmla="*/ 4170 w 4170"/>
              <a:gd name="p0y6" fmla="*/ 1942 h 2010"/>
              <a:gd name="p0x7" fmla="*/ 4102 w 4170"/>
              <a:gd name="p0y7" fmla="*/ 2010 h 2010"/>
              <a:gd name="p0x8" fmla="*/ 4020 w 4170"/>
              <a:gd name="p0y8" fmla="*/ 2010 h 2010"/>
              <a:gd name="p0x9" fmla="*/ 150 w 4170"/>
              <a:gd name="p0y9" fmla="*/ 2010 h 2010"/>
              <a:gd name="p0x10" fmla="*/ 67 w 4170"/>
              <a:gd name="p0y10" fmla="*/ 2010 h 2010"/>
              <a:gd name="p0x11" fmla="*/ 0 w 4170"/>
              <a:gd name="p0y11" fmla="*/ 1942 h 2010"/>
              <a:gd name="p0x12" fmla="*/ 0 w 4170"/>
              <a:gd name="p0y12" fmla="*/ 1860 h 2010"/>
              <a:gd name="p0x13" fmla="*/ 0 w 4170"/>
              <a:gd name="p0y13" fmla="*/ 150 h 2010"/>
              <a:gd name="p0x14" fmla="*/ 0 w 4170"/>
              <a:gd name="p0y14" fmla="*/ 67 h 2010"/>
              <a:gd name="p0x15" fmla="*/ 67 w 4170"/>
              <a:gd name="p0y15" fmla="*/ 0 h 2010"/>
              <a:gd name="p0x16" fmla="*/ 150 w 4170"/>
              <a:gd name="p0y16" fmla="*/ 0 h 20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>
            <p:custDataLst>
              <p:tags r:id="rId45"/>
            </p:custDataLst>
          </p:nvPr>
        </p:nvSpPr>
        <p:spPr>
          <a:xfrm>
            <a:off x="695325" y="53149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t="-7143" b="-7143"/>
          <a:stretch>
            <a:fillRect/>
          </a:stretch>
        </p:blipFill>
        <p:spPr>
          <a:xfrm>
            <a:off x="742950" y="5372100"/>
            <a:ext cx="171450" cy="152400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49"/>
            </p:custDataLst>
          </p:nvPr>
        </p:nvSpPr>
        <p:spPr>
          <a:xfrm>
            <a:off x="1038225" y="5314950"/>
            <a:ext cx="952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个人中心</a:t>
            </a:r>
            <a:endParaRPr sz="1500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50"/>
            </p:custDataLst>
          </p:nvPr>
        </p:nvSpPr>
        <p:spPr>
          <a:xfrm>
            <a:off x="1019175" y="5646420"/>
            <a:ext cx="2085975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资料修改、密码修改、信用状态查看</a:t>
            </a:r>
            <a:endParaRPr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51"/>
            </p:custDataLst>
          </p:nvPr>
        </p:nvSpPr>
        <p:spPr>
          <a:xfrm>
            <a:off x="6233795" y="1109345"/>
            <a:ext cx="2647950" cy="1276350"/>
          </a:xfrm>
          <a:custGeom>
            <a:avLst/>
            <a:gdLst>
              <a:gd name="sw" fmla="*/ 1 w 4170"/>
              <a:gd name="sh" fmla="*/ 1 h 2010"/>
              <a:gd name="mins" fmla="min sw sh"/>
              <a:gd name="dsw" fmla="+- 0 sw mins"/>
              <a:gd name="dsh" fmla="+- 0 sh mins"/>
              <a:gd name="p0x0" fmla="*/ 150 w 4170"/>
              <a:gd name="p0y0" fmla="*/ 0 h 2010"/>
              <a:gd name="p0x1" fmla="*/ 4020 w 4170"/>
              <a:gd name="p0y1" fmla="*/ 0 h 2010"/>
              <a:gd name="p0x2" fmla="*/ 4102 w 4170"/>
              <a:gd name="p0y2" fmla="*/ 0 h 2010"/>
              <a:gd name="p0x3" fmla="*/ 4170 w 4170"/>
              <a:gd name="p0y3" fmla="*/ 67 h 2010"/>
              <a:gd name="p0x4" fmla="*/ 4170 w 4170"/>
              <a:gd name="p0y4" fmla="*/ 150 h 2010"/>
              <a:gd name="p0x5" fmla="*/ 4170 w 4170"/>
              <a:gd name="p0y5" fmla="*/ 1860 h 2010"/>
              <a:gd name="p0x6" fmla="*/ 4170 w 4170"/>
              <a:gd name="p0y6" fmla="*/ 1942 h 2010"/>
              <a:gd name="p0x7" fmla="*/ 4102 w 4170"/>
              <a:gd name="p0y7" fmla="*/ 2010 h 2010"/>
              <a:gd name="p0x8" fmla="*/ 4020 w 4170"/>
              <a:gd name="p0y8" fmla="*/ 2010 h 2010"/>
              <a:gd name="p0x9" fmla="*/ 150 w 4170"/>
              <a:gd name="p0y9" fmla="*/ 2010 h 2010"/>
              <a:gd name="p0x10" fmla="*/ 67 w 4170"/>
              <a:gd name="p0y10" fmla="*/ 2010 h 2010"/>
              <a:gd name="p0x11" fmla="*/ 0 w 4170"/>
              <a:gd name="p0y11" fmla="*/ 1942 h 2010"/>
              <a:gd name="p0x12" fmla="*/ 0 w 4170"/>
              <a:gd name="p0y12" fmla="*/ 1860 h 2010"/>
              <a:gd name="p0x13" fmla="*/ 0 w 4170"/>
              <a:gd name="p0y13" fmla="*/ 150 h 2010"/>
              <a:gd name="p0x14" fmla="*/ 0 w 4170"/>
              <a:gd name="p0y14" fmla="*/ 67 h 2010"/>
              <a:gd name="p0x15" fmla="*/ 67 w 4170"/>
              <a:gd name="p0y15" fmla="*/ 0 h 2010"/>
              <a:gd name="p0x16" fmla="*/ 150 w 4170"/>
              <a:gd name="p0y16" fmla="*/ 0 h 20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>
            <p:custDataLst>
              <p:tags r:id="rId52"/>
            </p:custDataLst>
          </p:nvPr>
        </p:nvSpPr>
        <p:spPr>
          <a:xfrm>
            <a:off x="6353175" y="12287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 t="-7143" b="-7143"/>
          <a:stretch>
            <a:fillRect/>
          </a:stretch>
        </p:blipFill>
        <p:spPr>
          <a:xfrm>
            <a:off x="6410325" y="1285875"/>
            <a:ext cx="152400" cy="152400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56"/>
            </p:custDataLst>
          </p:nvPr>
        </p:nvSpPr>
        <p:spPr>
          <a:xfrm>
            <a:off x="6696075" y="1228725"/>
            <a:ext cx="762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仪表盘</a:t>
            </a:r>
            <a:endParaRPr sz="1500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57"/>
            </p:custDataLst>
          </p:nvPr>
        </p:nvSpPr>
        <p:spPr>
          <a:xfrm>
            <a:off x="6677025" y="1560195"/>
            <a:ext cx="2085975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今日入住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退房、营收、入住率实时统计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58"/>
            </p:custDataLst>
          </p:nvPr>
        </p:nvSpPr>
        <p:spPr>
          <a:xfrm>
            <a:off x="8967470" y="1109345"/>
            <a:ext cx="2647950" cy="1276350"/>
          </a:xfrm>
          <a:custGeom>
            <a:avLst/>
            <a:gdLst>
              <a:gd name="sw" fmla="*/ 1 w 4170"/>
              <a:gd name="sh" fmla="*/ 1 h 2010"/>
              <a:gd name="mins" fmla="min sw sh"/>
              <a:gd name="dsw" fmla="+- 0 sw mins"/>
              <a:gd name="dsh" fmla="+- 0 sh mins"/>
              <a:gd name="p0x0" fmla="*/ 150 w 4170"/>
              <a:gd name="p0y0" fmla="*/ 0 h 2010"/>
              <a:gd name="p0x1" fmla="*/ 4020 w 4170"/>
              <a:gd name="p0y1" fmla="*/ 0 h 2010"/>
              <a:gd name="p0x2" fmla="*/ 4102 w 4170"/>
              <a:gd name="p0y2" fmla="*/ 0 h 2010"/>
              <a:gd name="p0x3" fmla="*/ 4170 w 4170"/>
              <a:gd name="p0y3" fmla="*/ 67 h 2010"/>
              <a:gd name="p0x4" fmla="*/ 4170 w 4170"/>
              <a:gd name="p0y4" fmla="*/ 150 h 2010"/>
              <a:gd name="p0x5" fmla="*/ 4170 w 4170"/>
              <a:gd name="p0y5" fmla="*/ 1860 h 2010"/>
              <a:gd name="p0x6" fmla="*/ 4170 w 4170"/>
              <a:gd name="p0y6" fmla="*/ 1942 h 2010"/>
              <a:gd name="p0x7" fmla="*/ 4102 w 4170"/>
              <a:gd name="p0y7" fmla="*/ 2010 h 2010"/>
              <a:gd name="p0x8" fmla="*/ 4020 w 4170"/>
              <a:gd name="p0y8" fmla="*/ 2010 h 2010"/>
              <a:gd name="p0x9" fmla="*/ 150 w 4170"/>
              <a:gd name="p0y9" fmla="*/ 2010 h 2010"/>
              <a:gd name="p0x10" fmla="*/ 67 w 4170"/>
              <a:gd name="p0y10" fmla="*/ 2010 h 2010"/>
              <a:gd name="p0x11" fmla="*/ 0 w 4170"/>
              <a:gd name="p0y11" fmla="*/ 1942 h 2010"/>
              <a:gd name="p0x12" fmla="*/ 0 w 4170"/>
              <a:gd name="p0y12" fmla="*/ 1860 h 2010"/>
              <a:gd name="p0x13" fmla="*/ 0 w 4170"/>
              <a:gd name="p0y13" fmla="*/ 150 h 2010"/>
              <a:gd name="p0x14" fmla="*/ 0 w 4170"/>
              <a:gd name="p0y14" fmla="*/ 67 h 2010"/>
              <a:gd name="p0x15" fmla="*/ 67 w 4170"/>
              <a:gd name="p0y15" fmla="*/ 0 h 2010"/>
              <a:gd name="p0x16" fmla="*/ 150 w 4170"/>
              <a:gd name="p0y16" fmla="*/ 0 h 20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任意多边形 52"/>
          <p:cNvSpPr/>
          <p:nvPr>
            <p:custDataLst>
              <p:tags r:id="rId59"/>
            </p:custDataLst>
          </p:nvPr>
        </p:nvSpPr>
        <p:spPr>
          <a:xfrm>
            <a:off x="9086850" y="12287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4" name="图片 53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 t="-7143" b="-7143"/>
          <a:stretch>
            <a:fillRect/>
          </a:stretch>
        </p:blipFill>
        <p:spPr>
          <a:xfrm>
            <a:off x="9134475" y="1285875"/>
            <a:ext cx="171450" cy="152400"/>
          </a:xfrm>
          <a:prstGeom prst="rect">
            <a:avLst/>
          </a:prstGeom>
        </p:spPr>
      </p:pic>
      <p:sp>
        <p:nvSpPr>
          <p:cNvPr id="55" name="文本框 54"/>
          <p:cNvSpPr txBox="1"/>
          <p:nvPr>
            <p:custDataLst>
              <p:tags r:id="rId63"/>
            </p:custDataLst>
          </p:nvPr>
        </p:nvSpPr>
        <p:spPr>
          <a:xfrm>
            <a:off x="9429750" y="1228725"/>
            <a:ext cx="952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房型管理</a:t>
            </a:r>
            <a:endParaRPr sz="1500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64"/>
            </p:custDataLst>
          </p:nvPr>
        </p:nvSpPr>
        <p:spPr>
          <a:xfrm>
            <a:off x="9410700" y="1560195"/>
            <a:ext cx="2111721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房型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CRUD +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启用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禁用切换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65"/>
            </p:custDataLst>
          </p:nvPr>
        </p:nvSpPr>
        <p:spPr>
          <a:xfrm>
            <a:off x="6233795" y="2471420"/>
            <a:ext cx="2647950" cy="1276350"/>
          </a:xfrm>
          <a:custGeom>
            <a:avLst/>
            <a:gdLst>
              <a:gd name="sw" fmla="*/ 1 w 4170"/>
              <a:gd name="sh" fmla="*/ 1 h 2010"/>
              <a:gd name="mins" fmla="min sw sh"/>
              <a:gd name="dsw" fmla="+- 0 sw mins"/>
              <a:gd name="dsh" fmla="+- 0 sh mins"/>
              <a:gd name="p0x0" fmla="*/ 150 w 4170"/>
              <a:gd name="p0y0" fmla="*/ 0 h 2010"/>
              <a:gd name="p0x1" fmla="*/ 4020 w 4170"/>
              <a:gd name="p0y1" fmla="*/ 0 h 2010"/>
              <a:gd name="p0x2" fmla="*/ 4102 w 4170"/>
              <a:gd name="p0y2" fmla="*/ 0 h 2010"/>
              <a:gd name="p0x3" fmla="*/ 4170 w 4170"/>
              <a:gd name="p0y3" fmla="*/ 67 h 2010"/>
              <a:gd name="p0x4" fmla="*/ 4170 w 4170"/>
              <a:gd name="p0y4" fmla="*/ 150 h 2010"/>
              <a:gd name="p0x5" fmla="*/ 4170 w 4170"/>
              <a:gd name="p0y5" fmla="*/ 1860 h 2010"/>
              <a:gd name="p0x6" fmla="*/ 4170 w 4170"/>
              <a:gd name="p0y6" fmla="*/ 1942 h 2010"/>
              <a:gd name="p0x7" fmla="*/ 4102 w 4170"/>
              <a:gd name="p0y7" fmla="*/ 2010 h 2010"/>
              <a:gd name="p0x8" fmla="*/ 4020 w 4170"/>
              <a:gd name="p0y8" fmla="*/ 2010 h 2010"/>
              <a:gd name="p0x9" fmla="*/ 150 w 4170"/>
              <a:gd name="p0y9" fmla="*/ 2010 h 2010"/>
              <a:gd name="p0x10" fmla="*/ 67 w 4170"/>
              <a:gd name="p0y10" fmla="*/ 2010 h 2010"/>
              <a:gd name="p0x11" fmla="*/ 0 w 4170"/>
              <a:gd name="p0y11" fmla="*/ 1942 h 2010"/>
              <a:gd name="p0x12" fmla="*/ 0 w 4170"/>
              <a:gd name="p0y12" fmla="*/ 1860 h 2010"/>
              <a:gd name="p0x13" fmla="*/ 0 w 4170"/>
              <a:gd name="p0y13" fmla="*/ 150 h 2010"/>
              <a:gd name="p0x14" fmla="*/ 0 w 4170"/>
              <a:gd name="p0y14" fmla="*/ 67 h 2010"/>
              <a:gd name="p0x15" fmla="*/ 67 w 4170"/>
              <a:gd name="p0y15" fmla="*/ 0 h 2010"/>
              <a:gd name="p0x16" fmla="*/ 150 w 4170"/>
              <a:gd name="p0y16" fmla="*/ 0 h 20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>
            <p:custDataLst>
              <p:tags r:id="rId66"/>
            </p:custDataLst>
          </p:nvPr>
        </p:nvSpPr>
        <p:spPr>
          <a:xfrm>
            <a:off x="6353175" y="25908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 l="-5921" r="-5921"/>
          <a:stretch>
            <a:fillRect/>
          </a:stretch>
        </p:blipFill>
        <p:spPr>
          <a:xfrm>
            <a:off x="6391275" y="2647950"/>
            <a:ext cx="190500" cy="152400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70"/>
            </p:custDataLst>
          </p:nvPr>
        </p:nvSpPr>
        <p:spPr>
          <a:xfrm>
            <a:off x="6696075" y="2590800"/>
            <a:ext cx="952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库存管理</a:t>
            </a:r>
            <a:endParaRPr sz="1500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71"/>
            </p:custDataLst>
          </p:nvPr>
        </p:nvSpPr>
        <p:spPr>
          <a:xfrm>
            <a:off x="6677025" y="2922270"/>
            <a:ext cx="2085975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每日库存查看、修改、批量生成</a:t>
            </a:r>
            <a:endParaRPr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4" name="任意多边形 63"/>
          <p:cNvSpPr/>
          <p:nvPr>
            <p:custDataLst>
              <p:tags r:id="rId72"/>
            </p:custDataLst>
          </p:nvPr>
        </p:nvSpPr>
        <p:spPr>
          <a:xfrm>
            <a:off x="8967470" y="2471420"/>
            <a:ext cx="2647950" cy="1276350"/>
          </a:xfrm>
          <a:custGeom>
            <a:avLst/>
            <a:gdLst>
              <a:gd name="sw" fmla="*/ 1 w 4170"/>
              <a:gd name="sh" fmla="*/ 1 h 2010"/>
              <a:gd name="mins" fmla="min sw sh"/>
              <a:gd name="dsw" fmla="+- 0 sw mins"/>
              <a:gd name="dsh" fmla="+- 0 sh mins"/>
              <a:gd name="p0x0" fmla="*/ 150 w 4170"/>
              <a:gd name="p0y0" fmla="*/ 0 h 2010"/>
              <a:gd name="p0x1" fmla="*/ 4020 w 4170"/>
              <a:gd name="p0y1" fmla="*/ 0 h 2010"/>
              <a:gd name="p0x2" fmla="*/ 4102 w 4170"/>
              <a:gd name="p0y2" fmla="*/ 0 h 2010"/>
              <a:gd name="p0x3" fmla="*/ 4170 w 4170"/>
              <a:gd name="p0y3" fmla="*/ 67 h 2010"/>
              <a:gd name="p0x4" fmla="*/ 4170 w 4170"/>
              <a:gd name="p0y4" fmla="*/ 150 h 2010"/>
              <a:gd name="p0x5" fmla="*/ 4170 w 4170"/>
              <a:gd name="p0y5" fmla="*/ 1860 h 2010"/>
              <a:gd name="p0x6" fmla="*/ 4170 w 4170"/>
              <a:gd name="p0y6" fmla="*/ 1942 h 2010"/>
              <a:gd name="p0x7" fmla="*/ 4102 w 4170"/>
              <a:gd name="p0y7" fmla="*/ 2010 h 2010"/>
              <a:gd name="p0x8" fmla="*/ 4020 w 4170"/>
              <a:gd name="p0y8" fmla="*/ 2010 h 2010"/>
              <a:gd name="p0x9" fmla="*/ 150 w 4170"/>
              <a:gd name="p0y9" fmla="*/ 2010 h 2010"/>
              <a:gd name="p0x10" fmla="*/ 67 w 4170"/>
              <a:gd name="p0y10" fmla="*/ 2010 h 2010"/>
              <a:gd name="p0x11" fmla="*/ 0 w 4170"/>
              <a:gd name="p0y11" fmla="*/ 1942 h 2010"/>
              <a:gd name="p0x12" fmla="*/ 0 w 4170"/>
              <a:gd name="p0y12" fmla="*/ 1860 h 2010"/>
              <a:gd name="p0x13" fmla="*/ 0 w 4170"/>
              <a:gd name="p0y13" fmla="*/ 150 h 2010"/>
              <a:gd name="p0x14" fmla="*/ 0 w 4170"/>
              <a:gd name="p0y14" fmla="*/ 67 h 2010"/>
              <a:gd name="p0x15" fmla="*/ 67 w 4170"/>
              <a:gd name="p0y15" fmla="*/ 0 h 2010"/>
              <a:gd name="p0x16" fmla="*/ 150 w 4170"/>
              <a:gd name="p0y16" fmla="*/ 0 h 20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任意多边形 64"/>
          <p:cNvSpPr/>
          <p:nvPr>
            <p:custDataLst>
              <p:tags r:id="rId73"/>
            </p:custDataLst>
          </p:nvPr>
        </p:nvSpPr>
        <p:spPr>
          <a:xfrm>
            <a:off x="9086850" y="25908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6" name="图片 65"/>
          <p:cNvPicPr>
            <a:picLocks noChangeAspect="1"/>
          </p:cNvPicPr>
          <p:nvPr>
            <p:custDataLst>
              <p:tags r:id="rId74"/>
            </p:custDataLst>
          </p:nvPr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/>
          <a:stretch>
            <a:fillRect/>
          </a:stretch>
        </p:blipFill>
        <p:spPr>
          <a:xfrm>
            <a:off x="9163050" y="2647950"/>
            <a:ext cx="114300" cy="152400"/>
          </a:xfrm>
          <a:prstGeom prst="rect">
            <a:avLst/>
          </a:prstGeom>
        </p:spPr>
      </p:pic>
      <p:sp>
        <p:nvSpPr>
          <p:cNvPr id="67" name="文本框 66"/>
          <p:cNvSpPr txBox="1"/>
          <p:nvPr>
            <p:custDataLst>
              <p:tags r:id="rId77"/>
            </p:custDataLst>
          </p:nvPr>
        </p:nvSpPr>
        <p:spPr>
          <a:xfrm>
            <a:off x="9429750" y="2590800"/>
            <a:ext cx="952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订单管理</a:t>
            </a:r>
            <a:endParaRPr sz="1500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78"/>
            </p:custDataLst>
          </p:nvPr>
        </p:nvSpPr>
        <p:spPr>
          <a:xfrm>
            <a:off x="9410700" y="2922270"/>
            <a:ext cx="2085975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筛选查询、办理入住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退房、取消订单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70" name="任意多边形 69"/>
          <p:cNvSpPr/>
          <p:nvPr>
            <p:custDataLst>
              <p:tags r:id="rId79"/>
            </p:custDataLst>
          </p:nvPr>
        </p:nvSpPr>
        <p:spPr>
          <a:xfrm>
            <a:off x="6233795" y="3833495"/>
            <a:ext cx="2647950" cy="1276350"/>
          </a:xfrm>
          <a:custGeom>
            <a:avLst/>
            <a:gdLst>
              <a:gd name="sw" fmla="*/ 1 w 4170"/>
              <a:gd name="sh" fmla="*/ 1 h 2010"/>
              <a:gd name="mins" fmla="min sw sh"/>
              <a:gd name="dsw" fmla="+- 0 sw mins"/>
              <a:gd name="dsh" fmla="+- 0 sh mins"/>
              <a:gd name="p0x0" fmla="*/ 150 w 4170"/>
              <a:gd name="p0y0" fmla="*/ 0 h 2010"/>
              <a:gd name="p0x1" fmla="*/ 4020 w 4170"/>
              <a:gd name="p0y1" fmla="*/ 0 h 2010"/>
              <a:gd name="p0x2" fmla="*/ 4102 w 4170"/>
              <a:gd name="p0y2" fmla="*/ 0 h 2010"/>
              <a:gd name="p0x3" fmla="*/ 4170 w 4170"/>
              <a:gd name="p0y3" fmla="*/ 67 h 2010"/>
              <a:gd name="p0x4" fmla="*/ 4170 w 4170"/>
              <a:gd name="p0y4" fmla="*/ 150 h 2010"/>
              <a:gd name="p0x5" fmla="*/ 4170 w 4170"/>
              <a:gd name="p0y5" fmla="*/ 1860 h 2010"/>
              <a:gd name="p0x6" fmla="*/ 4170 w 4170"/>
              <a:gd name="p0y6" fmla="*/ 1942 h 2010"/>
              <a:gd name="p0x7" fmla="*/ 4102 w 4170"/>
              <a:gd name="p0y7" fmla="*/ 2010 h 2010"/>
              <a:gd name="p0x8" fmla="*/ 4020 w 4170"/>
              <a:gd name="p0y8" fmla="*/ 2010 h 2010"/>
              <a:gd name="p0x9" fmla="*/ 150 w 4170"/>
              <a:gd name="p0y9" fmla="*/ 2010 h 2010"/>
              <a:gd name="p0x10" fmla="*/ 67 w 4170"/>
              <a:gd name="p0y10" fmla="*/ 2010 h 2010"/>
              <a:gd name="p0x11" fmla="*/ 0 w 4170"/>
              <a:gd name="p0y11" fmla="*/ 1942 h 2010"/>
              <a:gd name="p0x12" fmla="*/ 0 w 4170"/>
              <a:gd name="p0y12" fmla="*/ 1860 h 2010"/>
              <a:gd name="p0x13" fmla="*/ 0 w 4170"/>
              <a:gd name="p0y13" fmla="*/ 150 h 2010"/>
              <a:gd name="p0x14" fmla="*/ 0 w 4170"/>
              <a:gd name="p0y14" fmla="*/ 67 h 2010"/>
              <a:gd name="p0x15" fmla="*/ 67 w 4170"/>
              <a:gd name="p0y15" fmla="*/ 0 h 2010"/>
              <a:gd name="p0x16" fmla="*/ 150 w 4170"/>
              <a:gd name="p0y16" fmla="*/ 0 h 20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任意多边形 70"/>
          <p:cNvSpPr/>
          <p:nvPr>
            <p:custDataLst>
              <p:tags r:id="rId80"/>
            </p:custDataLst>
          </p:nvPr>
        </p:nvSpPr>
        <p:spPr>
          <a:xfrm>
            <a:off x="6353175" y="39528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2" name="图片 71"/>
          <p:cNvPicPr>
            <a:picLocks noChangeAspect="1"/>
          </p:cNvPicPr>
          <p:nvPr>
            <p:custDataLst>
              <p:tags r:id="rId81"/>
            </p:custDataLst>
          </p:nvPr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rcRect t="-11224" b="-11224"/>
          <a:stretch>
            <a:fillRect/>
          </a:stretch>
        </p:blipFill>
        <p:spPr>
          <a:xfrm>
            <a:off x="6419850" y="4010025"/>
            <a:ext cx="133350" cy="152400"/>
          </a:xfrm>
          <a:prstGeom prst="rect">
            <a:avLst/>
          </a:prstGeom>
        </p:spPr>
      </p:pic>
      <p:sp>
        <p:nvSpPr>
          <p:cNvPr id="73" name="文本框 72"/>
          <p:cNvSpPr txBox="1"/>
          <p:nvPr>
            <p:custDataLst>
              <p:tags r:id="rId84"/>
            </p:custDataLst>
          </p:nvPr>
        </p:nvSpPr>
        <p:spPr>
          <a:xfrm>
            <a:off x="6696075" y="3952875"/>
            <a:ext cx="952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用户管理</a:t>
            </a:r>
            <a:endParaRPr sz="1500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85"/>
            </p:custDataLst>
          </p:nvPr>
        </p:nvSpPr>
        <p:spPr>
          <a:xfrm>
            <a:off x="6677025" y="4284345"/>
            <a:ext cx="2085975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用户搜索、手动封禁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解封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76" name="任意多边形 75"/>
          <p:cNvSpPr/>
          <p:nvPr>
            <p:custDataLst>
              <p:tags r:id="rId86"/>
            </p:custDataLst>
          </p:nvPr>
        </p:nvSpPr>
        <p:spPr>
          <a:xfrm>
            <a:off x="8967470" y="3833495"/>
            <a:ext cx="2647950" cy="1276350"/>
          </a:xfrm>
          <a:custGeom>
            <a:avLst/>
            <a:gdLst>
              <a:gd name="sw" fmla="*/ 1 w 4170"/>
              <a:gd name="sh" fmla="*/ 1 h 2010"/>
              <a:gd name="mins" fmla="min sw sh"/>
              <a:gd name="dsw" fmla="+- 0 sw mins"/>
              <a:gd name="dsh" fmla="+- 0 sh mins"/>
              <a:gd name="p0x0" fmla="*/ 150 w 4170"/>
              <a:gd name="p0y0" fmla="*/ 0 h 2010"/>
              <a:gd name="p0x1" fmla="*/ 4020 w 4170"/>
              <a:gd name="p0y1" fmla="*/ 0 h 2010"/>
              <a:gd name="p0x2" fmla="*/ 4102 w 4170"/>
              <a:gd name="p0y2" fmla="*/ 0 h 2010"/>
              <a:gd name="p0x3" fmla="*/ 4170 w 4170"/>
              <a:gd name="p0y3" fmla="*/ 67 h 2010"/>
              <a:gd name="p0x4" fmla="*/ 4170 w 4170"/>
              <a:gd name="p0y4" fmla="*/ 150 h 2010"/>
              <a:gd name="p0x5" fmla="*/ 4170 w 4170"/>
              <a:gd name="p0y5" fmla="*/ 1860 h 2010"/>
              <a:gd name="p0x6" fmla="*/ 4170 w 4170"/>
              <a:gd name="p0y6" fmla="*/ 1942 h 2010"/>
              <a:gd name="p0x7" fmla="*/ 4102 w 4170"/>
              <a:gd name="p0y7" fmla="*/ 2010 h 2010"/>
              <a:gd name="p0x8" fmla="*/ 4020 w 4170"/>
              <a:gd name="p0y8" fmla="*/ 2010 h 2010"/>
              <a:gd name="p0x9" fmla="*/ 150 w 4170"/>
              <a:gd name="p0y9" fmla="*/ 2010 h 2010"/>
              <a:gd name="p0x10" fmla="*/ 67 w 4170"/>
              <a:gd name="p0y10" fmla="*/ 2010 h 2010"/>
              <a:gd name="p0x11" fmla="*/ 0 w 4170"/>
              <a:gd name="p0y11" fmla="*/ 1942 h 2010"/>
              <a:gd name="p0x12" fmla="*/ 0 w 4170"/>
              <a:gd name="p0y12" fmla="*/ 1860 h 2010"/>
              <a:gd name="p0x13" fmla="*/ 0 w 4170"/>
              <a:gd name="p0y13" fmla="*/ 150 h 2010"/>
              <a:gd name="p0x14" fmla="*/ 0 w 4170"/>
              <a:gd name="p0y14" fmla="*/ 67 h 2010"/>
              <a:gd name="p0x15" fmla="*/ 67 w 4170"/>
              <a:gd name="p0y15" fmla="*/ 0 h 2010"/>
              <a:gd name="p0x16" fmla="*/ 150 w 4170"/>
              <a:gd name="p0y16" fmla="*/ 0 h 20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任意多边形 76"/>
          <p:cNvSpPr/>
          <p:nvPr>
            <p:custDataLst>
              <p:tags r:id="rId87"/>
            </p:custDataLst>
          </p:nvPr>
        </p:nvSpPr>
        <p:spPr>
          <a:xfrm>
            <a:off x="9086850" y="39528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8" name="图片 77"/>
          <p:cNvPicPr>
            <a:picLocks noChangeAspect="1"/>
          </p:cNvPicPr>
          <p:nvPr>
            <p:custDataLst>
              <p:tags r:id="rId88"/>
            </p:custDataLst>
          </p:nvPr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rcRect l="-6250" r="-6250"/>
          <a:stretch>
            <a:fillRect/>
          </a:stretch>
        </p:blipFill>
        <p:spPr>
          <a:xfrm>
            <a:off x="9134475" y="4010025"/>
            <a:ext cx="171450" cy="152400"/>
          </a:xfrm>
          <a:prstGeom prst="rect">
            <a:avLst/>
          </a:prstGeom>
        </p:spPr>
      </p:pic>
      <p:sp>
        <p:nvSpPr>
          <p:cNvPr id="79" name="文本框 78"/>
          <p:cNvSpPr txBox="1"/>
          <p:nvPr>
            <p:custDataLst>
              <p:tags r:id="rId91"/>
            </p:custDataLst>
          </p:nvPr>
        </p:nvSpPr>
        <p:spPr>
          <a:xfrm>
            <a:off x="9429750" y="3952875"/>
            <a:ext cx="952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评价管理</a:t>
            </a:r>
            <a:endParaRPr sz="1500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92"/>
            </p:custDataLst>
          </p:nvPr>
        </p:nvSpPr>
        <p:spPr>
          <a:xfrm>
            <a:off x="9410700" y="4284345"/>
            <a:ext cx="21336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查看全部评价、删除违规评价</a:t>
            </a:r>
            <a:endParaRPr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2" name="任意多边形 81"/>
          <p:cNvSpPr/>
          <p:nvPr>
            <p:custDataLst>
              <p:tags r:id="rId93"/>
            </p:custDataLst>
          </p:nvPr>
        </p:nvSpPr>
        <p:spPr>
          <a:xfrm>
            <a:off x="6233795" y="5195570"/>
            <a:ext cx="2647950" cy="1276350"/>
          </a:xfrm>
          <a:custGeom>
            <a:avLst/>
            <a:gdLst>
              <a:gd name="sw" fmla="*/ 1 w 4170"/>
              <a:gd name="sh" fmla="*/ 1 h 2010"/>
              <a:gd name="mins" fmla="min sw sh"/>
              <a:gd name="dsw" fmla="+- 0 sw mins"/>
              <a:gd name="dsh" fmla="+- 0 sh mins"/>
              <a:gd name="p0x0" fmla="*/ 150 w 4170"/>
              <a:gd name="p0y0" fmla="*/ 0 h 2010"/>
              <a:gd name="p0x1" fmla="*/ 4020 w 4170"/>
              <a:gd name="p0y1" fmla="*/ 0 h 2010"/>
              <a:gd name="p0x2" fmla="*/ 4102 w 4170"/>
              <a:gd name="p0y2" fmla="*/ 0 h 2010"/>
              <a:gd name="p0x3" fmla="*/ 4170 w 4170"/>
              <a:gd name="p0y3" fmla="*/ 67 h 2010"/>
              <a:gd name="p0x4" fmla="*/ 4170 w 4170"/>
              <a:gd name="p0y4" fmla="*/ 150 h 2010"/>
              <a:gd name="p0x5" fmla="*/ 4170 w 4170"/>
              <a:gd name="p0y5" fmla="*/ 1860 h 2010"/>
              <a:gd name="p0x6" fmla="*/ 4170 w 4170"/>
              <a:gd name="p0y6" fmla="*/ 1942 h 2010"/>
              <a:gd name="p0x7" fmla="*/ 4102 w 4170"/>
              <a:gd name="p0y7" fmla="*/ 2010 h 2010"/>
              <a:gd name="p0x8" fmla="*/ 4020 w 4170"/>
              <a:gd name="p0y8" fmla="*/ 2010 h 2010"/>
              <a:gd name="p0x9" fmla="*/ 150 w 4170"/>
              <a:gd name="p0y9" fmla="*/ 2010 h 2010"/>
              <a:gd name="p0x10" fmla="*/ 67 w 4170"/>
              <a:gd name="p0y10" fmla="*/ 2010 h 2010"/>
              <a:gd name="p0x11" fmla="*/ 0 w 4170"/>
              <a:gd name="p0y11" fmla="*/ 1942 h 2010"/>
              <a:gd name="p0x12" fmla="*/ 0 w 4170"/>
              <a:gd name="p0y12" fmla="*/ 1860 h 2010"/>
              <a:gd name="p0x13" fmla="*/ 0 w 4170"/>
              <a:gd name="p0y13" fmla="*/ 150 h 2010"/>
              <a:gd name="p0x14" fmla="*/ 0 w 4170"/>
              <a:gd name="p0y14" fmla="*/ 67 h 2010"/>
              <a:gd name="p0x15" fmla="*/ 67 w 4170"/>
              <a:gd name="p0y15" fmla="*/ 0 h 2010"/>
              <a:gd name="p0x16" fmla="*/ 150 w 4170"/>
              <a:gd name="p0y16" fmla="*/ 0 h 20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任意多边形 82"/>
          <p:cNvSpPr/>
          <p:nvPr>
            <p:custDataLst>
              <p:tags r:id="rId94"/>
            </p:custDataLst>
          </p:nvPr>
        </p:nvSpPr>
        <p:spPr>
          <a:xfrm>
            <a:off x="6353175" y="53149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4" name="图片 83"/>
          <p:cNvPicPr>
            <a:picLocks noChangeAspect="1"/>
          </p:cNvPicPr>
          <p:nvPr>
            <p:custDataLst>
              <p:tags r:id="rId95"/>
            </p:custDataLst>
          </p:nvPr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rcRect/>
          <a:stretch>
            <a:fillRect/>
          </a:stretch>
        </p:blipFill>
        <p:spPr>
          <a:xfrm>
            <a:off x="6410325" y="5372100"/>
            <a:ext cx="152400" cy="152400"/>
          </a:xfrm>
          <a:prstGeom prst="rect">
            <a:avLst/>
          </a:prstGeom>
        </p:spPr>
      </p:pic>
      <p:sp>
        <p:nvSpPr>
          <p:cNvPr id="85" name="文本框 84"/>
          <p:cNvSpPr txBox="1"/>
          <p:nvPr>
            <p:custDataLst>
              <p:tags r:id="rId98"/>
            </p:custDataLst>
          </p:nvPr>
        </p:nvSpPr>
        <p:spPr>
          <a:xfrm>
            <a:off x="6696075" y="5314950"/>
            <a:ext cx="952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权限控制</a:t>
            </a:r>
            <a:endParaRPr sz="1500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6" name="文本框 85"/>
          <p:cNvSpPr txBox="1"/>
          <p:nvPr>
            <p:custDataLst>
              <p:tags r:id="rId99"/>
            </p:custDataLst>
          </p:nvPr>
        </p:nvSpPr>
        <p:spPr>
          <a:xfrm>
            <a:off x="6677025" y="5646420"/>
            <a:ext cx="2085975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角色访问控制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+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登录拦截器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19100" y="280988"/>
            <a:ext cx="113538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数据库设计</a:t>
            </a:r>
            <a:endParaRPr sz="300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461645" y="937895"/>
            <a:ext cx="3652520" cy="2029460"/>
          </a:xfrm>
          <a:custGeom>
            <a:avLst/>
            <a:gdLst>
              <a:gd name="sw" fmla="*/ 1 w 6028"/>
              <a:gd name="sh" fmla="*/ 1 h 3348"/>
              <a:gd name="mins" fmla="min sw sh"/>
              <a:gd name="dsw" fmla="+- 0 sw mins"/>
              <a:gd name="dsh" fmla="+- 0 sh mins"/>
              <a:gd name="p0x0" fmla="*/ 150 w 6028"/>
              <a:gd name="p0y0" fmla="*/ 0 h 3348"/>
              <a:gd name="p0x1" fmla="*/ 5878 w 6028"/>
              <a:gd name="p0y1" fmla="*/ 0 h 3348"/>
              <a:gd name="p0x2" fmla="*/ 5961 w 6028"/>
              <a:gd name="p0y2" fmla="*/ 0 h 3348"/>
              <a:gd name="p0x3" fmla="*/ 6028 w 6028"/>
              <a:gd name="p0y3" fmla="*/ 67 h 3348"/>
              <a:gd name="p0x4" fmla="*/ 6028 w 6028"/>
              <a:gd name="p0y4" fmla="*/ 150 h 3348"/>
              <a:gd name="p0x5" fmla="*/ 6028 w 6028"/>
              <a:gd name="p0y5" fmla="*/ 3198 h 3348"/>
              <a:gd name="p0x6" fmla="*/ 6028 w 6028"/>
              <a:gd name="p0y6" fmla="*/ 3281 h 3348"/>
              <a:gd name="p0x7" fmla="*/ 5961 w 6028"/>
              <a:gd name="p0y7" fmla="*/ 3348 h 3348"/>
              <a:gd name="p0x8" fmla="*/ 5878 w 6028"/>
              <a:gd name="p0y8" fmla="*/ 3348 h 3348"/>
              <a:gd name="p0x9" fmla="*/ 150 w 6028"/>
              <a:gd name="p0y9" fmla="*/ 3348 h 3348"/>
              <a:gd name="p0x10" fmla="*/ 67 w 6028"/>
              <a:gd name="p0y10" fmla="*/ 3348 h 3348"/>
              <a:gd name="p0x11" fmla="*/ 0 w 6028"/>
              <a:gd name="p0y11" fmla="*/ 3281 h 3348"/>
              <a:gd name="p0x12" fmla="*/ 0 w 6028"/>
              <a:gd name="p0y12" fmla="*/ 3198 h 3348"/>
              <a:gd name="p0x13" fmla="*/ 0 w 6028"/>
              <a:gd name="p0y13" fmla="*/ 150 h 3348"/>
              <a:gd name="p0x14" fmla="*/ 0 w 6028"/>
              <a:gd name="p0y14" fmla="*/ 67 h 3348"/>
              <a:gd name="p0x15" fmla="*/ 67 w 6028"/>
              <a:gd name="p0y15" fmla="*/ 0 h 3348"/>
              <a:gd name="p0x16" fmla="*/ 150 w 6028"/>
              <a:gd name="p0y16" fmla="*/ 0 h 334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090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648335" y="1124585"/>
            <a:ext cx="327025" cy="32702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12333" t="-5897" r="-12333" b="-5897"/>
          <a:stretch>
            <a:fillRect/>
          </a:stretch>
        </p:blipFill>
        <p:spPr>
          <a:xfrm>
            <a:off x="755015" y="1219200"/>
            <a:ext cx="113030" cy="13208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047750" y="1148715"/>
            <a:ext cx="1523365" cy="278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57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users (</a:t>
            </a:r>
            <a:r>
              <a:rPr lang="zh-CN" altLang="en-US" sz="157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用户表</a:t>
            </a:r>
            <a:r>
              <a:rPr lang="en-US" altLang="zh-CN" sz="157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157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648335" y="1552575"/>
            <a:ext cx="33909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PK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878840" y="1552575"/>
            <a:ext cx="79819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id BIGINT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648335" y="1752600"/>
            <a:ext cx="290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829945" y="1752600"/>
            <a:ext cx="265049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username VARCHAR(50) UNIQUE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648335" y="1952625"/>
            <a:ext cx="290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829945" y="1952625"/>
            <a:ext cx="261747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password VARCHAR(100) BCrypt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648335" y="2152650"/>
            <a:ext cx="290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829945" y="2152650"/>
            <a:ext cx="258889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role VARCHAR(20) USER/ADMIN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648335" y="2352675"/>
            <a:ext cx="290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829945" y="2352675"/>
            <a:ext cx="135572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cancel_count INT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648335" y="2552065"/>
            <a:ext cx="290830" cy="1987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829945" y="2552065"/>
            <a:ext cx="2063115" cy="1987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banned_until DATETIME2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0"/>
            </p:custDataLst>
          </p:nvPr>
        </p:nvSpPr>
        <p:spPr>
          <a:xfrm>
            <a:off x="4269105" y="937895"/>
            <a:ext cx="3653155" cy="2029460"/>
          </a:xfrm>
          <a:custGeom>
            <a:avLst/>
            <a:gdLst>
              <a:gd name="sw" fmla="*/ 1 w 6028"/>
              <a:gd name="sh" fmla="*/ 1 h 3348"/>
              <a:gd name="mins" fmla="min sw sh"/>
              <a:gd name="dsw" fmla="+- 0 sw mins"/>
              <a:gd name="dsh" fmla="+- 0 sh mins"/>
              <a:gd name="p0x0" fmla="*/ 150 w 6028"/>
              <a:gd name="p0y0" fmla="*/ 0 h 3348"/>
              <a:gd name="p0x1" fmla="*/ 5878 w 6028"/>
              <a:gd name="p0y1" fmla="*/ 0 h 3348"/>
              <a:gd name="p0x2" fmla="*/ 5961 w 6028"/>
              <a:gd name="p0y2" fmla="*/ 0 h 3348"/>
              <a:gd name="p0x3" fmla="*/ 6028 w 6028"/>
              <a:gd name="p0y3" fmla="*/ 67 h 3348"/>
              <a:gd name="p0x4" fmla="*/ 6028 w 6028"/>
              <a:gd name="p0y4" fmla="*/ 150 h 3348"/>
              <a:gd name="p0x5" fmla="*/ 6028 w 6028"/>
              <a:gd name="p0y5" fmla="*/ 3198 h 3348"/>
              <a:gd name="p0x6" fmla="*/ 6028 w 6028"/>
              <a:gd name="p0y6" fmla="*/ 3281 h 3348"/>
              <a:gd name="p0x7" fmla="*/ 5961 w 6028"/>
              <a:gd name="p0y7" fmla="*/ 3348 h 3348"/>
              <a:gd name="p0x8" fmla="*/ 5878 w 6028"/>
              <a:gd name="p0y8" fmla="*/ 3348 h 3348"/>
              <a:gd name="p0x9" fmla="*/ 150 w 6028"/>
              <a:gd name="p0y9" fmla="*/ 3348 h 3348"/>
              <a:gd name="p0x10" fmla="*/ 67 w 6028"/>
              <a:gd name="p0y10" fmla="*/ 3348 h 3348"/>
              <a:gd name="p0x11" fmla="*/ 0 w 6028"/>
              <a:gd name="p0y11" fmla="*/ 3281 h 3348"/>
              <a:gd name="p0x12" fmla="*/ 0 w 6028"/>
              <a:gd name="p0y12" fmla="*/ 3198 h 3348"/>
              <a:gd name="p0x13" fmla="*/ 0 w 6028"/>
              <a:gd name="p0y13" fmla="*/ 150 h 3348"/>
              <a:gd name="p0x14" fmla="*/ 0 w 6028"/>
              <a:gd name="p0y14" fmla="*/ 67 h 3348"/>
              <a:gd name="p0x15" fmla="*/ 67 w 6028"/>
              <a:gd name="p0y15" fmla="*/ 0 h 3348"/>
              <a:gd name="p0x16" fmla="*/ 150 w 6028"/>
              <a:gd name="p0y16" fmla="*/ 0 h 334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090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1"/>
            </p:custDataLst>
          </p:nvPr>
        </p:nvSpPr>
        <p:spPr>
          <a:xfrm>
            <a:off x="4455795" y="1124585"/>
            <a:ext cx="327025" cy="32702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-3333" t="-16061" r="-3333" b="-16061"/>
          <a:stretch>
            <a:fillRect/>
          </a:stretch>
        </p:blipFill>
        <p:spPr>
          <a:xfrm>
            <a:off x="4546600" y="1219200"/>
            <a:ext cx="145415" cy="13208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5"/>
            </p:custDataLst>
          </p:nvPr>
        </p:nvSpPr>
        <p:spPr>
          <a:xfrm>
            <a:off x="4855845" y="1148715"/>
            <a:ext cx="2031365" cy="278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57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room_type (</a:t>
            </a:r>
            <a:r>
              <a:rPr lang="zh-CN" altLang="en-US" sz="157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房型表</a:t>
            </a:r>
            <a:r>
              <a:rPr lang="en-US" altLang="zh-CN" sz="157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157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6"/>
            </p:custDataLst>
          </p:nvPr>
        </p:nvSpPr>
        <p:spPr>
          <a:xfrm>
            <a:off x="4455795" y="1552575"/>
            <a:ext cx="33972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PK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7"/>
            </p:custDataLst>
          </p:nvPr>
        </p:nvSpPr>
        <p:spPr>
          <a:xfrm>
            <a:off x="4686300" y="1552575"/>
            <a:ext cx="798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id BIGINT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8"/>
            </p:custDataLst>
          </p:nvPr>
        </p:nvSpPr>
        <p:spPr>
          <a:xfrm>
            <a:off x="4455795" y="1752600"/>
            <a:ext cx="290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9"/>
            </p:custDataLst>
          </p:nvPr>
        </p:nvSpPr>
        <p:spPr>
          <a:xfrm>
            <a:off x="4637405" y="1752600"/>
            <a:ext cx="178244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name NVARCHAR(100)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0"/>
            </p:custDataLst>
          </p:nvPr>
        </p:nvSpPr>
        <p:spPr>
          <a:xfrm>
            <a:off x="4455795" y="1952625"/>
            <a:ext cx="290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1"/>
            </p:custDataLst>
          </p:nvPr>
        </p:nvSpPr>
        <p:spPr>
          <a:xfrm>
            <a:off x="4637405" y="1952625"/>
            <a:ext cx="161988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price DECIMAL(10,2)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2"/>
            </p:custDataLst>
          </p:nvPr>
        </p:nvSpPr>
        <p:spPr>
          <a:xfrm>
            <a:off x="4455795" y="2152650"/>
            <a:ext cx="290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3"/>
            </p:custDataLst>
          </p:nvPr>
        </p:nvSpPr>
        <p:spPr>
          <a:xfrm>
            <a:off x="4637405" y="2152650"/>
            <a:ext cx="136017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total_quantity INT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4"/>
            </p:custDataLst>
          </p:nvPr>
        </p:nvSpPr>
        <p:spPr>
          <a:xfrm>
            <a:off x="4455795" y="2352675"/>
            <a:ext cx="290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5"/>
            </p:custDataLst>
          </p:nvPr>
        </p:nvSpPr>
        <p:spPr>
          <a:xfrm>
            <a:off x="4637405" y="2352675"/>
            <a:ext cx="171005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status INT 1</a:t>
            </a:r>
            <a:r>
              <a:rPr lang="zh-CN" altLang="en-US"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启用</a:t>
            </a:r>
            <a:r>
              <a:rPr lang="en-US" altLang="zh-CN"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/0</a:t>
            </a:r>
            <a:r>
              <a:rPr lang="zh-CN" altLang="en-US"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禁用</a:t>
            </a:r>
            <a:endParaRPr lang="zh-CN" altLang="en-US"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6"/>
            </p:custDataLst>
          </p:nvPr>
        </p:nvSpPr>
        <p:spPr>
          <a:xfrm>
            <a:off x="8077200" y="937895"/>
            <a:ext cx="3652520" cy="2029460"/>
          </a:xfrm>
          <a:custGeom>
            <a:avLst/>
            <a:gdLst>
              <a:gd name="sw" fmla="*/ 1 w 6028"/>
              <a:gd name="sh" fmla="*/ 1 h 3348"/>
              <a:gd name="mins" fmla="min sw sh"/>
              <a:gd name="dsw" fmla="+- 0 sw mins"/>
              <a:gd name="dsh" fmla="+- 0 sh mins"/>
              <a:gd name="p0x0" fmla="*/ 150 w 6028"/>
              <a:gd name="p0y0" fmla="*/ 0 h 3348"/>
              <a:gd name="p0x1" fmla="*/ 5878 w 6028"/>
              <a:gd name="p0y1" fmla="*/ 0 h 3348"/>
              <a:gd name="p0x2" fmla="*/ 5961 w 6028"/>
              <a:gd name="p0y2" fmla="*/ 0 h 3348"/>
              <a:gd name="p0x3" fmla="*/ 6028 w 6028"/>
              <a:gd name="p0y3" fmla="*/ 67 h 3348"/>
              <a:gd name="p0x4" fmla="*/ 6028 w 6028"/>
              <a:gd name="p0y4" fmla="*/ 150 h 3348"/>
              <a:gd name="p0x5" fmla="*/ 6028 w 6028"/>
              <a:gd name="p0y5" fmla="*/ 3198 h 3348"/>
              <a:gd name="p0x6" fmla="*/ 6028 w 6028"/>
              <a:gd name="p0y6" fmla="*/ 3281 h 3348"/>
              <a:gd name="p0x7" fmla="*/ 5961 w 6028"/>
              <a:gd name="p0y7" fmla="*/ 3348 h 3348"/>
              <a:gd name="p0x8" fmla="*/ 5878 w 6028"/>
              <a:gd name="p0y8" fmla="*/ 3348 h 3348"/>
              <a:gd name="p0x9" fmla="*/ 150 w 6028"/>
              <a:gd name="p0y9" fmla="*/ 3348 h 3348"/>
              <a:gd name="p0x10" fmla="*/ 67 w 6028"/>
              <a:gd name="p0y10" fmla="*/ 3348 h 3348"/>
              <a:gd name="p0x11" fmla="*/ 0 w 6028"/>
              <a:gd name="p0y11" fmla="*/ 3281 h 3348"/>
              <a:gd name="p0x12" fmla="*/ 0 w 6028"/>
              <a:gd name="p0y12" fmla="*/ 3198 h 3348"/>
              <a:gd name="p0x13" fmla="*/ 0 w 6028"/>
              <a:gd name="p0y13" fmla="*/ 150 h 3348"/>
              <a:gd name="p0x14" fmla="*/ 0 w 6028"/>
              <a:gd name="p0y14" fmla="*/ 67 h 3348"/>
              <a:gd name="p0x15" fmla="*/ 67 w 6028"/>
              <a:gd name="p0y15" fmla="*/ 0 h 3348"/>
              <a:gd name="p0x16" fmla="*/ 150 w 6028"/>
              <a:gd name="p0y16" fmla="*/ 0 h 334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090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37"/>
            </p:custDataLst>
          </p:nvPr>
        </p:nvSpPr>
        <p:spPr>
          <a:xfrm>
            <a:off x="8263255" y="1124585"/>
            <a:ext cx="327025" cy="32702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3846" t="-5897" r="-3846" b="-5897"/>
          <a:stretch>
            <a:fillRect/>
          </a:stretch>
        </p:blipFill>
        <p:spPr>
          <a:xfrm>
            <a:off x="8362950" y="1219200"/>
            <a:ext cx="127000" cy="13208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41"/>
            </p:custDataLst>
          </p:nvPr>
        </p:nvSpPr>
        <p:spPr>
          <a:xfrm>
            <a:off x="8663305" y="1148715"/>
            <a:ext cx="2487930" cy="278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57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room_inventory (</a:t>
            </a:r>
            <a:r>
              <a:rPr lang="zh-CN" altLang="en-US" sz="157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库存表</a:t>
            </a:r>
            <a:r>
              <a:rPr lang="en-US" altLang="zh-CN" sz="157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157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42"/>
            </p:custDataLst>
          </p:nvPr>
        </p:nvSpPr>
        <p:spPr>
          <a:xfrm>
            <a:off x="8263255" y="1552575"/>
            <a:ext cx="33972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PK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43"/>
            </p:custDataLst>
          </p:nvPr>
        </p:nvSpPr>
        <p:spPr>
          <a:xfrm>
            <a:off x="8493760" y="1552575"/>
            <a:ext cx="798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id BIGINT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44"/>
            </p:custDataLst>
          </p:nvPr>
        </p:nvSpPr>
        <p:spPr>
          <a:xfrm>
            <a:off x="8263255" y="1752600"/>
            <a:ext cx="33845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FK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5"/>
            </p:custDataLst>
          </p:nvPr>
        </p:nvSpPr>
        <p:spPr>
          <a:xfrm>
            <a:off x="8493125" y="1752600"/>
            <a:ext cx="109601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room_type_id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46"/>
            </p:custDataLst>
          </p:nvPr>
        </p:nvSpPr>
        <p:spPr>
          <a:xfrm>
            <a:off x="8263255" y="1952625"/>
            <a:ext cx="290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47"/>
            </p:custDataLst>
          </p:nvPr>
        </p:nvSpPr>
        <p:spPr>
          <a:xfrm>
            <a:off x="8445500" y="1952625"/>
            <a:ext cx="160464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inventory_date DATE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48"/>
            </p:custDataLst>
          </p:nvPr>
        </p:nvSpPr>
        <p:spPr>
          <a:xfrm>
            <a:off x="8263255" y="2152650"/>
            <a:ext cx="290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49"/>
            </p:custDataLst>
          </p:nvPr>
        </p:nvSpPr>
        <p:spPr>
          <a:xfrm>
            <a:off x="8445500" y="2152650"/>
            <a:ext cx="181292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available_quantity INT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50"/>
            </p:custDataLst>
          </p:nvPr>
        </p:nvSpPr>
        <p:spPr>
          <a:xfrm>
            <a:off x="8263255" y="2352675"/>
            <a:ext cx="36830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UQ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51"/>
            </p:custDataLst>
          </p:nvPr>
        </p:nvSpPr>
        <p:spPr>
          <a:xfrm>
            <a:off x="8522335" y="2352675"/>
            <a:ext cx="159131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(room_type_id, date)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52"/>
            </p:custDataLst>
          </p:nvPr>
        </p:nvSpPr>
        <p:spPr>
          <a:xfrm>
            <a:off x="461645" y="3121660"/>
            <a:ext cx="3652520" cy="1829435"/>
          </a:xfrm>
          <a:custGeom>
            <a:avLst/>
            <a:gdLst>
              <a:gd name="sw" fmla="*/ 1 w 6028"/>
              <a:gd name="sh" fmla="*/ 1 h 3018"/>
              <a:gd name="mins" fmla="min sw sh"/>
              <a:gd name="dsw" fmla="+- 0 sw mins"/>
              <a:gd name="dsh" fmla="+- 0 sh mins"/>
              <a:gd name="p0x0" fmla="*/ 150 w 6028"/>
              <a:gd name="p0y0" fmla="*/ 0 h 3018"/>
              <a:gd name="p0x1" fmla="*/ 5878 w 6028"/>
              <a:gd name="p0y1" fmla="*/ 0 h 3018"/>
              <a:gd name="p0x2" fmla="*/ 5961 w 6028"/>
              <a:gd name="p0y2" fmla="*/ 0 h 3018"/>
              <a:gd name="p0x3" fmla="*/ 6028 w 6028"/>
              <a:gd name="p0y3" fmla="*/ 67 h 3018"/>
              <a:gd name="p0x4" fmla="*/ 6028 w 6028"/>
              <a:gd name="p0y4" fmla="*/ 150 h 3018"/>
              <a:gd name="p0x5" fmla="*/ 6028 w 6028"/>
              <a:gd name="p0y5" fmla="*/ 2868 h 3018"/>
              <a:gd name="p0x6" fmla="*/ 6028 w 6028"/>
              <a:gd name="p0y6" fmla="*/ 2951 h 3018"/>
              <a:gd name="p0x7" fmla="*/ 5961 w 6028"/>
              <a:gd name="p0y7" fmla="*/ 3018 h 3018"/>
              <a:gd name="p0x8" fmla="*/ 5878 w 6028"/>
              <a:gd name="p0y8" fmla="*/ 3018 h 3018"/>
              <a:gd name="p0x9" fmla="*/ 150 w 6028"/>
              <a:gd name="p0y9" fmla="*/ 3018 h 3018"/>
              <a:gd name="p0x10" fmla="*/ 67 w 6028"/>
              <a:gd name="p0y10" fmla="*/ 3018 h 3018"/>
              <a:gd name="p0x11" fmla="*/ 0 w 6028"/>
              <a:gd name="p0y11" fmla="*/ 2951 h 3018"/>
              <a:gd name="p0x12" fmla="*/ 0 w 6028"/>
              <a:gd name="p0y12" fmla="*/ 2868 h 3018"/>
              <a:gd name="p0x13" fmla="*/ 0 w 6028"/>
              <a:gd name="p0y13" fmla="*/ 150 h 3018"/>
              <a:gd name="p0x14" fmla="*/ 0 w 6028"/>
              <a:gd name="p0y14" fmla="*/ 67 h 3018"/>
              <a:gd name="p0x15" fmla="*/ 67 w 6028"/>
              <a:gd name="p0y15" fmla="*/ 0 h 3018"/>
              <a:gd name="p0x16" fmla="*/ 150 w 6028"/>
              <a:gd name="p0y16" fmla="*/ 0 h 301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090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>
            <p:custDataLst>
              <p:tags r:id="rId53"/>
            </p:custDataLst>
          </p:nvPr>
        </p:nvSpPr>
        <p:spPr>
          <a:xfrm>
            <a:off x="648335" y="3307715"/>
            <a:ext cx="327025" cy="32702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3" name="图片 52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2333" t="-5641" r="-2333" b="-5641"/>
          <a:stretch>
            <a:fillRect/>
          </a:stretch>
        </p:blipFill>
        <p:spPr>
          <a:xfrm>
            <a:off x="763905" y="3403600"/>
            <a:ext cx="95250" cy="131445"/>
          </a:xfrm>
          <a:prstGeom prst="rect">
            <a:avLst/>
          </a:prstGeom>
        </p:spPr>
      </p:pic>
      <p:sp>
        <p:nvSpPr>
          <p:cNvPr id="54" name="文本框 53"/>
          <p:cNvSpPr txBox="1"/>
          <p:nvPr>
            <p:custDataLst>
              <p:tags r:id="rId57"/>
            </p:custDataLst>
          </p:nvPr>
        </p:nvSpPr>
        <p:spPr>
          <a:xfrm>
            <a:off x="1047750" y="3332480"/>
            <a:ext cx="2385060" cy="278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57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booking_order (</a:t>
            </a:r>
            <a:r>
              <a:rPr lang="zh-CN" altLang="en-US" sz="157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订单表</a:t>
            </a:r>
            <a:r>
              <a:rPr lang="en-US" altLang="zh-CN" sz="157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157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58"/>
            </p:custDataLst>
          </p:nvPr>
        </p:nvSpPr>
        <p:spPr>
          <a:xfrm>
            <a:off x="648335" y="3736340"/>
            <a:ext cx="33909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PK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59"/>
            </p:custDataLst>
          </p:nvPr>
        </p:nvSpPr>
        <p:spPr>
          <a:xfrm>
            <a:off x="878840" y="3736340"/>
            <a:ext cx="79819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id BIGINT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60"/>
            </p:custDataLst>
          </p:nvPr>
        </p:nvSpPr>
        <p:spPr>
          <a:xfrm>
            <a:off x="648335" y="3936365"/>
            <a:ext cx="36766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UQ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61"/>
            </p:custDataLst>
          </p:nvPr>
        </p:nvSpPr>
        <p:spPr>
          <a:xfrm>
            <a:off x="906780" y="3936365"/>
            <a:ext cx="181229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order_no VARCHAR(50)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62"/>
            </p:custDataLst>
          </p:nvPr>
        </p:nvSpPr>
        <p:spPr>
          <a:xfrm>
            <a:off x="648335" y="4136390"/>
            <a:ext cx="33845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FK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63"/>
            </p:custDataLst>
          </p:nvPr>
        </p:nvSpPr>
        <p:spPr>
          <a:xfrm>
            <a:off x="877570" y="4136390"/>
            <a:ext cx="183197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user_id, room_type_id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64"/>
            </p:custDataLst>
          </p:nvPr>
        </p:nvSpPr>
        <p:spPr>
          <a:xfrm>
            <a:off x="648335" y="4336415"/>
            <a:ext cx="290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65"/>
            </p:custDataLst>
          </p:nvPr>
        </p:nvSpPr>
        <p:spPr>
          <a:xfrm>
            <a:off x="829945" y="4336415"/>
            <a:ext cx="296354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status BOOKED/PAID/CHECKED_IN/...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66"/>
            </p:custDataLst>
          </p:nvPr>
        </p:nvSpPr>
        <p:spPr>
          <a:xfrm>
            <a:off x="648335" y="4536440"/>
            <a:ext cx="290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67"/>
            </p:custDataLst>
          </p:nvPr>
        </p:nvSpPr>
        <p:spPr>
          <a:xfrm>
            <a:off x="829945" y="4536440"/>
            <a:ext cx="196405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unit_price, total_amount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68"/>
            </p:custDataLst>
          </p:nvPr>
        </p:nvSpPr>
        <p:spPr>
          <a:xfrm>
            <a:off x="4269105" y="3121660"/>
            <a:ext cx="3653155" cy="1829435"/>
          </a:xfrm>
          <a:custGeom>
            <a:avLst/>
            <a:gdLst>
              <a:gd name="sw" fmla="*/ 1 w 6028"/>
              <a:gd name="sh" fmla="*/ 1 h 3018"/>
              <a:gd name="mins" fmla="min sw sh"/>
              <a:gd name="dsw" fmla="+- 0 sw mins"/>
              <a:gd name="dsh" fmla="+- 0 sh mins"/>
              <a:gd name="p0x0" fmla="*/ 150 w 6028"/>
              <a:gd name="p0y0" fmla="*/ 0 h 3018"/>
              <a:gd name="p0x1" fmla="*/ 5878 w 6028"/>
              <a:gd name="p0y1" fmla="*/ 0 h 3018"/>
              <a:gd name="p0x2" fmla="*/ 5961 w 6028"/>
              <a:gd name="p0y2" fmla="*/ 0 h 3018"/>
              <a:gd name="p0x3" fmla="*/ 6028 w 6028"/>
              <a:gd name="p0y3" fmla="*/ 67 h 3018"/>
              <a:gd name="p0x4" fmla="*/ 6028 w 6028"/>
              <a:gd name="p0y4" fmla="*/ 150 h 3018"/>
              <a:gd name="p0x5" fmla="*/ 6028 w 6028"/>
              <a:gd name="p0y5" fmla="*/ 2868 h 3018"/>
              <a:gd name="p0x6" fmla="*/ 6028 w 6028"/>
              <a:gd name="p0y6" fmla="*/ 2951 h 3018"/>
              <a:gd name="p0x7" fmla="*/ 5961 w 6028"/>
              <a:gd name="p0y7" fmla="*/ 3018 h 3018"/>
              <a:gd name="p0x8" fmla="*/ 5878 w 6028"/>
              <a:gd name="p0y8" fmla="*/ 3018 h 3018"/>
              <a:gd name="p0x9" fmla="*/ 150 w 6028"/>
              <a:gd name="p0y9" fmla="*/ 3018 h 3018"/>
              <a:gd name="p0x10" fmla="*/ 67 w 6028"/>
              <a:gd name="p0y10" fmla="*/ 3018 h 3018"/>
              <a:gd name="p0x11" fmla="*/ 0 w 6028"/>
              <a:gd name="p0y11" fmla="*/ 2951 h 3018"/>
              <a:gd name="p0x12" fmla="*/ 0 w 6028"/>
              <a:gd name="p0y12" fmla="*/ 2868 h 3018"/>
              <a:gd name="p0x13" fmla="*/ 0 w 6028"/>
              <a:gd name="p0y13" fmla="*/ 150 h 3018"/>
              <a:gd name="p0x14" fmla="*/ 0 w 6028"/>
              <a:gd name="p0y14" fmla="*/ 67 h 3018"/>
              <a:gd name="p0x15" fmla="*/ 67 w 6028"/>
              <a:gd name="p0y15" fmla="*/ 0 h 3018"/>
              <a:gd name="p0x16" fmla="*/ 150 w 6028"/>
              <a:gd name="p0y16" fmla="*/ 0 h 301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090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任意多边形 66"/>
          <p:cNvSpPr/>
          <p:nvPr>
            <p:custDataLst>
              <p:tags r:id="rId69"/>
            </p:custDataLst>
          </p:nvPr>
        </p:nvSpPr>
        <p:spPr>
          <a:xfrm>
            <a:off x="4455795" y="3307715"/>
            <a:ext cx="327025" cy="32702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8" name="图片 67"/>
          <p:cNvPicPr>
            <a:picLocks noChangeAspect="1"/>
          </p:cNvPicPr>
          <p:nvPr>
            <p:custDataLst>
              <p:tags r:id="rId70"/>
            </p:custDataLst>
          </p:nvPr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rcRect l="-7143" t="-5641" r="-7143" b="-5641"/>
          <a:stretch>
            <a:fillRect/>
          </a:stretch>
        </p:blipFill>
        <p:spPr>
          <a:xfrm>
            <a:off x="4546600" y="3403600"/>
            <a:ext cx="145415" cy="131445"/>
          </a:xfrm>
          <a:prstGeom prst="rect">
            <a:avLst/>
          </a:prstGeom>
        </p:spPr>
      </p:pic>
      <p:sp>
        <p:nvSpPr>
          <p:cNvPr id="69" name="文本框 68"/>
          <p:cNvSpPr txBox="1"/>
          <p:nvPr>
            <p:custDataLst>
              <p:tags r:id="rId73"/>
            </p:custDataLst>
          </p:nvPr>
        </p:nvSpPr>
        <p:spPr>
          <a:xfrm>
            <a:off x="4855845" y="3332480"/>
            <a:ext cx="1630045" cy="278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57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review (</a:t>
            </a:r>
            <a:r>
              <a:rPr lang="zh-CN" altLang="en-US" sz="157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评价表</a:t>
            </a:r>
            <a:r>
              <a:rPr lang="en-US" altLang="zh-CN" sz="157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157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74"/>
            </p:custDataLst>
          </p:nvPr>
        </p:nvSpPr>
        <p:spPr>
          <a:xfrm>
            <a:off x="4455795" y="3736340"/>
            <a:ext cx="33972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PK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75"/>
            </p:custDataLst>
          </p:nvPr>
        </p:nvSpPr>
        <p:spPr>
          <a:xfrm>
            <a:off x="4686300" y="3736340"/>
            <a:ext cx="798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id BIGINT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76"/>
            </p:custDataLst>
          </p:nvPr>
        </p:nvSpPr>
        <p:spPr>
          <a:xfrm>
            <a:off x="4455795" y="3936365"/>
            <a:ext cx="33845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FK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77"/>
            </p:custDataLst>
          </p:nvPr>
        </p:nvSpPr>
        <p:spPr>
          <a:xfrm>
            <a:off x="4685030" y="3936365"/>
            <a:ext cx="183261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user_id, room_type_id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78"/>
            </p:custDataLst>
          </p:nvPr>
        </p:nvSpPr>
        <p:spPr>
          <a:xfrm>
            <a:off x="4455795" y="4136390"/>
            <a:ext cx="36766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UQ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79"/>
            </p:custDataLst>
          </p:nvPr>
        </p:nvSpPr>
        <p:spPr>
          <a:xfrm>
            <a:off x="4714240" y="4136390"/>
            <a:ext cx="134302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order_id UNIQUE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80"/>
            </p:custDataLst>
          </p:nvPr>
        </p:nvSpPr>
        <p:spPr>
          <a:xfrm>
            <a:off x="4455795" y="4336415"/>
            <a:ext cx="290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81"/>
            </p:custDataLst>
          </p:nvPr>
        </p:nvSpPr>
        <p:spPr>
          <a:xfrm>
            <a:off x="4637405" y="4336415"/>
            <a:ext cx="168465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rating INT CHECK 1-5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82"/>
            </p:custDataLst>
          </p:nvPr>
        </p:nvSpPr>
        <p:spPr>
          <a:xfrm>
            <a:off x="4455795" y="4536440"/>
            <a:ext cx="290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 sz="1145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83"/>
            </p:custDataLst>
          </p:nvPr>
        </p:nvSpPr>
        <p:spPr>
          <a:xfrm>
            <a:off x="4637405" y="4536440"/>
            <a:ext cx="219456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4A3828"/>
                </a:solidFill>
                <a:latin typeface="微软雅黑" panose="020B0503020204020204" charset="-122"/>
                <a:ea typeface="微软雅黑" panose="020B0503020204020204" charset="-122"/>
              </a:rPr>
              <a:t>comment NVARCHAR(500)</a:t>
            </a:r>
            <a:endParaRPr sz="1145">
              <a:solidFill>
                <a:srgbClr val="4A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任意多边形 80"/>
          <p:cNvSpPr/>
          <p:nvPr>
            <p:custDataLst>
              <p:tags r:id="rId84"/>
            </p:custDataLst>
          </p:nvPr>
        </p:nvSpPr>
        <p:spPr>
          <a:xfrm>
            <a:off x="8077200" y="3121660"/>
            <a:ext cx="3652520" cy="1829435"/>
          </a:xfrm>
          <a:custGeom>
            <a:avLst/>
            <a:gdLst>
              <a:gd name="sw" fmla="*/ 1 w 6028"/>
              <a:gd name="sh" fmla="*/ 1 h 3018"/>
              <a:gd name="mins" fmla="min sw sh"/>
              <a:gd name="dsw" fmla="+- 0 sw mins"/>
              <a:gd name="dsh" fmla="+- 0 sh mins"/>
              <a:gd name="p0x0" fmla="*/ 150 w 6028"/>
              <a:gd name="p0y0" fmla="*/ 0 h 3018"/>
              <a:gd name="p0x1" fmla="*/ 5878 w 6028"/>
              <a:gd name="p0y1" fmla="*/ 0 h 3018"/>
              <a:gd name="p0x2" fmla="*/ 5961 w 6028"/>
              <a:gd name="p0y2" fmla="*/ 0 h 3018"/>
              <a:gd name="p0x3" fmla="*/ 6028 w 6028"/>
              <a:gd name="p0y3" fmla="*/ 67 h 3018"/>
              <a:gd name="p0x4" fmla="*/ 6028 w 6028"/>
              <a:gd name="p0y4" fmla="*/ 150 h 3018"/>
              <a:gd name="p0x5" fmla="*/ 6028 w 6028"/>
              <a:gd name="p0y5" fmla="*/ 2868 h 3018"/>
              <a:gd name="p0x6" fmla="*/ 6028 w 6028"/>
              <a:gd name="p0y6" fmla="*/ 2951 h 3018"/>
              <a:gd name="p0x7" fmla="*/ 5961 w 6028"/>
              <a:gd name="p0y7" fmla="*/ 3018 h 3018"/>
              <a:gd name="p0x8" fmla="*/ 5878 w 6028"/>
              <a:gd name="p0y8" fmla="*/ 3018 h 3018"/>
              <a:gd name="p0x9" fmla="*/ 150 w 6028"/>
              <a:gd name="p0y9" fmla="*/ 3018 h 3018"/>
              <a:gd name="p0x10" fmla="*/ 67 w 6028"/>
              <a:gd name="p0y10" fmla="*/ 3018 h 3018"/>
              <a:gd name="p0x11" fmla="*/ 0 w 6028"/>
              <a:gd name="p0y11" fmla="*/ 2951 h 3018"/>
              <a:gd name="p0x12" fmla="*/ 0 w 6028"/>
              <a:gd name="p0y12" fmla="*/ 2868 h 3018"/>
              <a:gd name="p0x13" fmla="*/ 0 w 6028"/>
              <a:gd name="p0y13" fmla="*/ 150 h 3018"/>
              <a:gd name="p0x14" fmla="*/ 0 w 6028"/>
              <a:gd name="p0y14" fmla="*/ 67 h 3018"/>
              <a:gd name="p0x15" fmla="*/ 67 w 6028"/>
              <a:gd name="p0y15" fmla="*/ 0 h 3018"/>
              <a:gd name="p0x16" fmla="*/ 150 w 6028"/>
              <a:gd name="p0y16" fmla="*/ 0 h 301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59134"/>
          </a:solidFill>
          <a:ln w="9090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任意多边形 81"/>
          <p:cNvSpPr/>
          <p:nvPr>
            <p:custDataLst>
              <p:tags r:id="rId85"/>
            </p:custDataLst>
          </p:nvPr>
        </p:nvSpPr>
        <p:spPr>
          <a:xfrm>
            <a:off x="8263255" y="3307715"/>
            <a:ext cx="327025" cy="32702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3" name="图片 82"/>
          <p:cNvPicPr>
            <a:picLocks noChangeAspect="1"/>
          </p:cNvPicPr>
          <p:nvPr>
            <p:custDataLst>
              <p:tags r:id="rId86"/>
            </p:custDataLst>
          </p:nvPr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rcRect l="-3846" t="-15758" r="-3846" b="-15758"/>
          <a:stretch>
            <a:fillRect/>
          </a:stretch>
        </p:blipFill>
        <p:spPr>
          <a:xfrm>
            <a:off x="8362950" y="3403600"/>
            <a:ext cx="127000" cy="131445"/>
          </a:xfrm>
          <a:prstGeom prst="rect">
            <a:avLst/>
          </a:prstGeom>
        </p:spPr>
      </p:pic>
      <p:sp>
        <p:nvSpPr>
          <p:cNvPr id="84" name="文本框 83"/>
          <p:cNvSpPr txBox="1"/>
          <p:nvPr>
            <p:custDataLst>
              <p:tags r:id="rId89"/>
            </p:custDataLst>
          </p:nvPr>
        </p:nvSpPr>
        <p:spPr>
          <a:xfrm>
            <a:off x="8663305" y="3332480"/>
            <a:ext cx="1000125" cy="278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70"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关系说明</a:t>
            </a:r>
            <a:endParaRPr sz="1570"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5" name="文本框 84"/>
          <p:cNvSpPr txBox="1"/>
          <p:nvPr>
            <p:custDataLst>
              <p:tags r:id="rId90"/>
            </p:custDataLst>
          </p:nvPr>
        </p:nvSpPr>
        <p:spPr>
          <a:xfrm>
            <a:off x="8263255" y="3736340"/>
            <a:ext cx="290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•</a:t>
            </a:r>
            <a:endParaRPr sz="1145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6" name="文本框 85"/>
          <p:cNvSpPr txBox="1"/>
          <p:nvPr>
            <p:custDataLst>
              <p:tags r:id="rId91"/>
            </p:custDataLst>
          </p:nvPr>
        </p:nvSpPr>
        <p:spPr>
          <a:xfrm>
            <a:off x="8427085" y="3736340"/>
            <a:ext cx="308546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users 1:N booking_order N:1 room_type</a:t>
            </a:r>
            <a:endParaRPr sz="1145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7" name="文本框 86"/>
          <p:cNvSpPr txBox="1"/>
          <p:nvPr>
            <p:custDataLst>
              <p:tags r:id="rId92"/>
            </p:custDataLst>
          </p:nvPr>
        </p:nvSpPr>
        <p:spPr>
          <a:xfrm>
            <a:off x="8263255" y="3954145"/>
            <a:ext cx="290830" cy="1987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•</a:t>
            </a:r>
            <a:endParaRPr sz="1145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93"/>
            </p:custDataLst>
          </p:nvPr>
        </p:nvSpPr>
        <p:spPr>
          <a:xfrm>
            <a:off x="8445500" y="3954145"/>
            <a:ext cx="2061210" cy="1987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booking_order 1:1 review</a:t>
            </a:r>
            <a:endParaRPr sz="1145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9" name="文本框 88"/>
          <p:cNvSpPr txBox="1"/>
          <p:nvPr>
            <p:custDataLst>
              <p:tags r:id="rId94"/>
            </p:custDataLst>
          </p:nvPr>
        </p:nvSpPr>
        <p:spPr>
          <a:xfrm>
            <a:off x="8263255" y="4172585"/>
            <a:ext cx="290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•</a:t>
            </a:r>
            <a:endParaRPr sz="1145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90" name="文本框 89"/>
          <p:cNvSpPr txBox="1"/>
          <p:nvPr>
            <p:custDataLst>
              <p:tags r:id="rId95"/>
            </p:custDataLst>
          </p:nvPr>
        </p:nvSpPr>
        <p:spPr>
          <a:xfrm>
            <a:off x="8445500" y="4172585"/>
            <a:ext cx="244919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room_type 1:N room_inventory</a:t>
            </a:r>
            <a:endParaRPr sz="1145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92" name="任意多边形 91"/>
          <p:cNvSpPr/>
          <p:nvPr>
            <p:custDataLst>
              <p:tags r:id="rId96"/>
            </p:custDataLst>
          </p:nvPr>
        </p:nvSpPr>
        <p:spPr>
          <a:xfrm>
            <a:off x="461645" y="5105400"/>
            <a:ext cx="11268075" cy="1195070"/>
          </a:xfrm>
          <a:custGeom>
            <a:avLst/>
            <a:gdLst>
              <a:gd name="sw" fmla="*/ 1 w 18595"/>
              <a:gd name="sh" fmla="*/ 1 h 1972"/>
              <a:gd name="mins" fmla="min sw sh"/>
              <a:gd name="dsw" fmla="+- 0 sw mins"/>
              <a:gd name="dsh" fmla="+- 0 sh mins"/>
              <a:gd name="p0x0" fmla="*/ 150 w 18595"/>
              <a:gd name="p0y0" fmla="*/ 0 h 1972"/>
              <a:gd name="p0x1" fmla="*/ 18445 w 18595"/>
              <a:gd name="p0y1" fmla="*/ 0 h 1972"/>
              <a:gd name="p0x2" fmla="*/ 18528 w 18595"/>
              <a:gd name="p0y2" fmla="*/ 0 h 1972"/>
              <a:gd name="p0x3" fmla="*/ 18595 w 18595"/>
              <a:gd name="p0y3" fmla="*/ 67 h 1972"/>
              <a:gd name="p0x4" fmla="*/ 18595 w 18595"/>
              <a:gd name="p0y4" fmla="*/ 150 h 1972"/>
              <a:gd name="p0x5" fmla="*/ 18595 w 18595"/>
              <a:gd name="p0y5" fmla="*/ 1822 h 1972"/>
              <a:gd name="p0x6" fmla="*/ 18595 w 18595"/>
              <a:gd name="p0y6" fmla="*/ 1905 h 1972"/>
              <a:gd name="p0x7" fmla="*/ 18528 w 18595"/>
              <a:gd name="p0y7" fmla="*/ 1972 h 1972"/>
              <a:gd name="p0x8" fmla="*/ 18445 w 18595"/>
              <a:gd name="p0y8" fmla="*/ 1972 h 1972"/>
              <a:gd name="p0x9" fmla="*/ 150 w 18595"/>
              <a:gd name="p0y9" fmla="*/ 1972 h 1972"/>
              <a:gd name="p0x10" fmla="*/ 67 w 18595"/>
              <a:gd name="p0y10" fmla="*/ 1972 h 1972"/>
              <a:gd name="p0x11" fmla="*/ 0 w 18595"/>
              <a:gd name="p0y11" fmla="*/ 1905 h 1972"/>
              <a:gd name="p0x12" fmla="*/ 0 w 18595"/>
              <a:gd name="p0y12" fmla="*/ 1822 h 1972"/>
              <a:gd name="p0x13" fmla="*/ 0 w 18595"/>
              <a:gd name="p0y13" fmla="*/ 150 h 1972"/>
              <a:gd name="p0x14" fmla="*/ 0 w 18595"/>
              <a:gd name="p0y14" fmla="*/ 67 h 1972"/>
              <a:gd name="p0x15" fmla="*/ 67 w 18595"/>
              <a:gd name="p0y15" fmla="*/ 0 h 1972"/>
              <a:gd name="p0x16" fmla="*/ 150 w 18595"/>
              <a:gd name="p0y16" fmla="*/ 0 h 19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090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任意多边形 92"/>
          <p:cNvSpPr/>
          <p:nvPr>
            <p:custDataLst>
              <p:tags r:id="rId97"/>
            </p:custDataLst>
          </p:nvPr>
        </p:nvSpPr>
        <p:spPr>
          <a:xfrm>
            <a:off x="648335" y="5291455"/>
            <a:ext cx="327025" cy="32766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4" name="图片 93"/>
          <p:cNvPicPr>
            <a:picLocks noChangeAspect="1"/>
          </p:cNvPicPr>
          <p:nvPr>
            <p:custDataLst>
              <p:tags r:id="rId98"/>
            </p:custDataLst>
          </p:nvPr>
        </p:nvPicPr>
        <p:blipFill>
          <a:blip r:embed="rId99"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rcRect l="-3846" t="-5641" r="-3846" b="-5641"/>
          <a:stretch>
            <a:fillRect/>
          </a:stretch>
        </p:blipFill>
        <p:spPr>
          <a:xfrm>
            <a:off x="748030" y="5387340"/>
            <a:ext cx="127000" cy="131445"/>
          </a:xfrm>
          <a:prstGeom prst="rect">
            <a:avLst/>
          </a:prstGeom>
        </p:spPr>
      </p:pic>
      <p:sp>
        <p:nvSpPr>
          <p:cNvPr id="95" name="文本框 94"/>
          <p:cNvSpPr txBox="1"/>
          <p:nvPr>
            <p:custDataLst>
              <p:tags r:id="rId101"/>
            </p:custDataLst>
          </p:nvPr>
        </p:nvSpPr>
        <p:spPr>
          <a:xfrm>
            <a:off x="1047750" y="5316855"/>
            <a:ext cx="1000125" cy="278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7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关键设计</a:t>
            </a:r>
            <a:endParaRPr sz="157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96" name="文本框 95"/>
          <p:cNvSpPr txBox="1"/>
          <p:nvPr>
            <p:custDataLst>
              <p:tags r:id="rId102"/>
            </p:custDataLst>
          </p:nvPr>
        </p:nvSpPr>
        <p:spPr>
          <a:xfrm>
            <a:off x="648335" y="5715635"/>
            <a:ext cx="308610" cy="2120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20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•</a:t>
            </a:r>
            <a:endParaRPr sz="1220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97" name="文本框 96"/>
          <p:cNvSpPr txBox="1"/>
          <p:nvPr>
            <p:custDataLst>
              <p:tags r:id="rId103"/>
            </p:custDataLst>
          </p:nvPr>
        </p:nvSpPr>
        <p:spPr>
          <a:xfrm>
            <a:off x="796925" y="5715635"/>
            <a:ext cx="1943100" cy="405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22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5</a:t>
            </a:r>
            <a:r>
              <a:rPr lang="zh-CN" altLang="en-US" sz="122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张表，完整外键约束</a:t>
            </a:r>
            <a:r>
              <a:rPr lang="en-US" altLang="zh-CN" sz="122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+ </a:t>
            </a:r>
            <a:r>
              <a:rPr lang="zh-CN" altLang="en-US" sz="122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级联删除</a:t>
            </a:r>
            <a:endParaRPr lang="zh-CN" altLang="en-US" sz="122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98" name="文本框 97"/>
          <p:cNvSpPr txBox="1"/>
          <p:nvPr>
            <p:custDataLst>
              <p:tags r:id="rId104"/>
            </p:custDataLst>
          </p:nvPr>
        </p:nvSpPr>
        <p:spPr>
          <a:xfrm>
            <a:off x="2849245" y="5715635"/>
            <a:ext cx="2091690" cy="405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20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•</a:t>
            </a:r>
            <a:r>
              <a:rPr lang="en-US" sz="122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UNIQUE(order_id) </a:t>
            </a:r>
            <a:r>
              <a:rPr lang="zh-CN" altLang="en-US" sz="122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防重复评价</a:t>
            </a:r>
            <a:endParaRPr lang="zh-CN" altLang="en-US" sz="122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99" name="文本框 98"/>
          <p:cNvSpPr txBox="1"/>
          <p:nvPr>
            <p:custDataLst>
              <p:tags r:id="rId105"/>
            </p:custDataLst>
          </p:nvPr>
        </p:nvSpPr>
        <p:spPr>
          <a:xfrm>
            <a:off x="5050155" y="5715635"/>
            <a:ext cx="308610" cy="2120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20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•</a:t>
            </a:r>
            <a:endParaRPr sz="1220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106"/>
            </p:custDataLst>
          </p:nvPr>
        </p:nvSpPr>
        <p:spPr>
          <a:xfrm>
            <a:off x="5194935" y="5715635"/>
            <a:ext cx="1946910" cy="405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22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CHECK(rating 1-5) </a:t>
            </a:r>
            <a:r>
              <a:rPr lang="zh-CN" sz="122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约束评分范围</a:t>
            </a:r>
            <a:endParaRPr lang="zh-CN" sz="122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01" name="文本框 100"/>
          <p:cNvSpPr txBox="1"/>
          <p:nvPr>
            <p:custDataLst>
              <p:tags r:id="rId107"/>
            </p:custDataLst>
          </p:nvPr>
        </p:nvSpPr>
        <p:spPr>
          <a:xfrm>
            <a:off x="7251065" y="5715635"/>
            <a:ext cx="308610" cy="2120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20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•</a:t>
            </a:r>
            <a:endParaRPr sz="1220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02" name="文本框 101"/>
          <p:cNvSpPr txBox="1"/>
          <p:nvPr>
            <p:custDataLst>
              <p:tags r:id="rId108"/>
            </p:custDataLst>
          </p:nvPr>
        </p:nvSpPr>
        <p:spPr>
          <a:xfrm>
            <a:off x="7393940" y="5715635"/>
            <a:ext cx="1948815" cy="405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22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order_no </a:t>
            </a:r>
            <a:r>
              <a:rPr lang="zh-CN" sz="122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唯一索引保障订单号唯一</a:t>
            </a:r>
            <a:endParaRPr lang="zh-CN" sz="122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03" name="文本框 102"/>
          <p:cNvSpPr txBox="1"/>
          <p:nvPr>
            <p:custDataLst>
              <p:tags r:id="rId109"/>
            </p:custDataLst>
          </p:nvPr>
        </p:nvSpPr>
        <p:spPr>
          <a:xfrm>
            <a:off x="9451975" y="5720080"/>
            <a:ext cx="2908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45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•</a:t>
            </a:r>
            <a:endParaRPr sz="1145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04" name="文本框 103"/>
          <p:cNvSpPr txBox="1"/>
          <p:nvPr>
            <p:custDataLst>
              <p:tags r:id="rId110"/>
            </p:custDataLst>
          </p:nvPr>
        </p:nvSpPr>
        <p:spPr>
          <a:xfrm>
            <a:off x="9633585" y="5720080"/>
            <a:ext cx="153543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14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BCrypt </a:t>
            </a:r>
            <a:r>
              <a:rPr lang="zh-CN" sz="114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加密存储密码</a:t>
            </a:r>
            <a:endParaRPr lang="zh-CN" sz="1145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核心业务逻辑</a:t>
            </a:r>
            <a:endParaRPr sz="240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017905"/>
            <a:ext cx="5165725" cy="2626995"/>
          </a:xfrm>
          <a:custGeom>
            <a:avLst/>
            <a:gdLst>
              <a:gd name="sw" fmla="*/ 1 w 8135"/>
              <a:gd name="sh" fmla="*/ 1 h 4137"/>
              <a:gd name="mins" fmla="min sw sh"/>
              <a:gd name="dsw" fmla="+- 0 sw mins"/>
              <a:gd name="dsh" fmla="+- 0 sh mins"/>
              <a:gd name="p0x0" fmla="*/ 150 w 8135"/>
              <a:gd name="p0y0" fmla="*/ 0 h 4137"/>
              <a:gd name="p0x1" fmla="*/ 7985 w 8135"/>
              <a:gd name="p0y1" fmla="*/ 0 h 4137"/>
              <a:gd name="p0x2" fmla="*/ 8068 w 8135"/>
              <a:gd name="p0y2" fmla="*/ 0 h 4137"/>
              <a:gd name="p0x3" fmla="*/ 8135 w 8135"/>
              <a:gd name="p0y3" fmla="*/ 67 h 4137"/>
              <a:gd name="p0x4" fmla="*/ 8135 w 8135"/>
              <a:gd name="p0y4" fmla="*/ 150 h 4137"/>
              <a:gd name="p0x5" fmla="*/ 8135 w 8135"/>
              <a:gd name="p0y5" fmla="*/ 3987 h 4137"/>
              <a:gd name="p0x6" fmla="*/ 8135 w 8135"/>
              <a:gd name="p0y6" fmla="*/ 4069 h 4137"/>
              <a:gd name="p0x7" fmla="*/ 8068 w 8135"/>
              <a:gd name="p0y7" fmla="*/ 4137 h 4137"/>
              <a:gd name="p0x8" fmla="*/ 7985 w 8135"/>
              <a:gd name="p0y8" fmla="*/ 4137 h 4137"/>
              <a:gd name="p0x9" fmla="*/ 150 w 8135"/>
              <a:gd name="p0y9" fmla="*/ 4137 h 4137"/>
              <a:gd name="p0x10" fmla="*/ 67 w 8135"/>
              <a:gd name="p0y10" fmla="*/ 4137 h 4137"/>
              <a:gd name="p0x11" fmla="*/ 0 w 8135"/>
              <a:gd name="p0y11" fmla="*/ 4069 h 4137"/>
              <a:gd name="p0x12" fmla="*/ 0 w 8135"/>
              <a:gd name="p0y12" fmla="*/ 3987 h 4137"/>
              <a:gd name="p0x13" fmla="*/ 0 w 8135"/>
              <a:gd name="p0y13" fmla="*/ 150 h 4137"/>
              <a:gd name="p0x14" fmla="*/ 0 w 8135"/>
              <a:gd name="p0y14" fmla="*/ 67 h 4137"/>
              <a:gd name="p0x15" fmla="*/ 67 w 8135"/>
              <a:gd name="p0y15" fmla="*/ 0 h 4137"/>
              <a:gd name="p0x16" fmla="*/ 150 w 8135"/>
              <a:gd name="p0y16" fmla="*/ 0 h 41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21285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150 w 495"/>
              <a:gd name="p0y0" fmla="*/ 0 h 495"/>
              <a:gd name="p0x1" fmla="*/ 345 w 495"/>
              <a:gd name="p0y1" fmla="*/ 0 h 495"/>
              <a:gd name="p0x2" fmla="*/ 427 w 495"/>
              <a:gd name="p0y2" fmla="*/ 0 h 495"/>
              <a:gd name="p0x3" fmla="*/ 495 w 495"/>
              <a:gd name="p0y3" fmla="*/ 67 h 495"/>
              <a:gd name="p0x4" fmla="*/ 495 w 495"/>
              <a:gd name="p0y4" fmla="*/ 150 h 495"/>
              <a:gd name="p0x5" fmla="*/ 495 w 495"/>
              <a:gd name="p0y5" fmla="*/ 345 h 495"/>
              <a:gd name="p0x6" fmla="*/ 495 w 495"/>
              <a:gd name="p0y6" fmla="*/ 427 h 495"/>
              <a:gd name="p0x7" fmla="*/ 427 w 495"/>
              <a:gd name="p0y7" fmla="*/ 495 h 495"/>
              <a:gd name="p0x8" fmla="*/ 345 w 495"/>
              <a:gd name="p0y8" fmla="*/ 495 h 495"/>
              <a:gd name="p0x9" fmla="*/ 150 w 495"/>
              <a:gd name="p0y9" fmla="*/ 495 h 495"/>
              <a:gd name="p0x10" fmla="*/ 67 w 495"/>
              <a:gd name="p0y10" fmla="*/ 495 h 495"/>
              <a:gd name="p0x11" fmla="*/ 0 w 495"/>
              <a:gd name="p0y11" fmla="*/ 427 h 495"/>
              <a:gd name="p0x12" fmla="*/ 0 w 495"/>
              <a:gd name="p0y12" fmla="*/ 345 h 495"/>
              <a:gd name="p0x13" fmla="*/ 0 w 495"/>
              <a:gd name="p0y13" fmla="*/ 150 h 495"/>
              <a:gd name="p0x14" fmla="*/ 0 w 495"/>
              <a:gd name="p0y14" fmla="*/ 67 h 495"/>
              <a:gd name="p0x15" fmla="*/ 67 w 495"/>
              <a:gd name="p0y15" fmla="*/ 0 h 495"/>
              <a:gd name="p0x16" fmla="*/ 150 w 495"/>
              <a:gd name="p0y16" fmla="*/ 0 h 4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04545" y="1241425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162050" y="1256300"/>
            <a:ext cx="1266901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订单状态流转</a:t>
            </a:r>
            <a:endParaRPr sz="1425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2110105"/>
            <a:ext cx="727075" cy="252095"/>
          </a:xfrm>
          <a:custGeom>
            <a:avLst/>
            <a:gdLst>
              <a:gd name="sw" fmla="*/ 1 w 1145"/>
              <a:gd name="sh" fmla="*/ 1 h 397"/>
              <a:gd name="mins" fmla="min sw sh"/>
              <a:gd name="dsw" fmla="+- 0 sw mins"/>
              <a:gd name="dsh" fmla="+- 0 sh mins"/>
              <a:gd name="p0x0" fmla="*/ 60 w 1145"/>
              <a:gd name="p0y0" fmla="*/ 0 h 397"/>
              <a:gd name="p0x1" fmla="*/ 1085 w 1145"/>
              <a:gd name="p0y1" fmla="*/ 0 h 397"/>
              <a:gd name="p0x2" fmla="*/ 1118 w 1145"/>
              <a:gd name="p0y2" fmla="*/ 0 h 397"/>
              <a:gd name="p0x3" fmla="*/ 1145 w 1145"/>
              <a:gd name="p0y3" fmla="*/ 26 h 397"/>
              <a:gd name="p0x4" fmla="*/ 1145 w 1145"/>
              <a:gd name="p0y4" fmla="*/ 60 h 397"/>
              <a:gd name="p0x5" fmla="*/ 1145 w 1145"/>
              <a:gd name="p0y5" fmla="*/ 337 h 397"/>
              <a:gd name="p0x6" fmla="*/ 1145 w 1145"/>
              <a:gd name="p0y6" fmla="*/ 370 h 397"/>
              <a:gd name="p0x7" fmla="*/ 1118 w 1145"/>
              <a:gd name="p0y7" fmla="*/ 397 h 397"/>
              <a:gd name="p0x8" fmla="*/ 1085 w 1145"/>
              <a:gd name="p0y8" fmla="*/ 397 h 397"/>
              <a:gd name="p0x9" fmla="*/ 60 w 1145"/>
              <a:gd name="p0y9" fmla="*/ 397 h 397"/>
              <a:gd name="p0x10" fmla="*/ 26 w 1145"/>
              <a:gd name="p0y10" fmla="*/ 397 h 397"/>
              <a:gd name="p0x11" fmla="*/ 0 w 1145"/>
              <a:gd name="p0y11" fmla="*/ 370 h 397"/>
              <a:gd name="p0x12" fmla="*/ 0 w 1145"/>
              <a:gd name="p0y12" fmla="*/ 337 h 397"/>
              <a:gd name="p0x13" fmla="*/ 0 w 1145"/>
              <a:gd name="p0y13" fmla="*/ 60 h 397"/>
              <a:gd name="p0x14" fmla="*/ 0 w 1145"/>
              <a:gd name="p0y14" fmla="*/ 26 h 397"/>
              <a:gd name="p0x15" fmla="*/ 26 w 1145"/>
              <a:gd name="p0y15" fmla="*/ 0 h 397"/>
              <a:gd name="p0x16" fmla="*/ 60 w 1145"/>
              <a:gd name="p0y16" fmla="*/ 0 h 3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847725" y="2148326"/>
            <a:ext cx="70849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5A3E0F"/>
                </a:solidFill>
                <a:latin typeface="MiSans" panose="00000500000000000000" charset="-122"/>
                <a:ea typeface="MiSans" panose="00000500000000000000" charset="-122"/>
              </a:rPr>
              <a:t>BOOKED</a:t>
            </a:r>
            <a:endParaRPr sz="1050" b="1">
              <a:solidFill>
                <a:srgbClr val="5A3E0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1518123" y="2148326"/>
            <a:ext cx="62767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050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(</a:t>
            </a:r>
            <a:r>
              <a:rPr lang="zh-CN" altLang="en-US" sz="1050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已预订</a:t>
            </a:r>
            <a:r>
              <a:rPr lang="en-US" altLang="zh-CN" sz="1050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1050">
              <a:solidFill>
                <a:srgbClr val="7A6A5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3846" t="-22333" r="-3846" b="-22333"/>
          <a:stretch>
            <a:fillRect/>
          </a:stretch>
        </p:blipFill>
        <p:spPr>
          <a:xfrm>
            <a:off x="2047875" y="2164715"/>
            <a:ext cx="133350" cy="13779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2217239" y="2148326"/>
            <a:ext cx="4001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支付</a:t>
            </a:r>
            <a:endParaRPr sz="105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3846" t="-22333" r="-3846" b="-22333"/>
          <a:stretch>
            <a:fillRect/>
          </a:stretch>
        </p:blipFill>
        <p:spPr>
          <a:xfrm>
            <a:off x="2519680" y="2164715"/>
            <a:ext cx="133350" cy="137795"/>
          </a:xfrm>
          <a:prstGeom prst="rect">
            <a:avLst/>
          </a:prstGeom>
        </p:spPr>
      </p:pic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2688590" y="2110105"/>
            <a:ext cx="465455" cy="252095"/>
          </a:xfrm>
          <a:custGeom>
            <a:avLst/>
            <a:gdLst>
              <a:gd name="sw" fmla="*/ 1 w 732"/>
              <a:gd name="sh" fmla="*/ 1 h 397"/>
              <a:gd name="mins" fmla="min sw sh"/>
              <a:gd name="dsw" fmla="+- 0 sw mins"/>
              <a:gd name="dsh" fmla="+- 0 sh mins"/>
              <a:gd name="p0x0" fmla="*/ 60 w 732"/>
              <a:gd name="p0y0" fmla="*/ 0 h 397"/>
              <a:gd name="p0x1" fmla="*/ 672 w 732"/>
              <a:gd name="p0y1" fmla="*/ 0 h 397"/>
              <a:gd name="p0x2" fmla="*/ 705 w 732"/>
              <a:gd name="p0y2" fmla="*/ 0 h 397"/>
              <a:gd name="p0x3" fmla="*/ 732 w 732"/>
              <a:gd name="p0y3" fmla="*/ 26 h 397"/>
              <a:gd name="p0x4" fmla="*/ 732 w 732"/>
              <a:gd name="p0y4" fmla="*/ 60 h 397"/>
              <a:gd name="p0x5" fmla="*/ 732 w 732"/>
              <a:gd name="p0y5" fmla="*/ 337 h 397"/>
              <a:gd name="p0x6" fmla="*/ 732 w 732"/>
              <a:gd name="p0y6" fmla="*/ 370 h 397"/>
              <a:gd name="p0x7" fmla="*/ 705 w 732"/>
              <a:gd name="p0y7" fmla="*/ 397 h 397"/>
              <a:gd name="p0x8" fmla="*/ 672 w 732"/>
              <a:gd name="p0y8" fmla="*/ 397 h 397"/>
              <a:gd name="p0x9" fmla="*/ 60 w 732"/>
              <a:gd name="p0y9" fmla="*/ 397 h 397"/>
              <a:gd name="p0x10" fmla="*/ 26 w 732"/>
              <a:gd name="p0y10" fmla="*/ 397 h 397"/>
              <a:gd name="p0x11" fmla="*/ 0 w 732"/>
              <a:gd name="p0y11" fmla="*/ 370 h 397"/>
              <a:gd name="p0x12" fmla="*/ 0 w 732"/>
              <a:gd name="p0y12" fmla="*/ 337 h 397"/>
              <a:gd name="p0x13" fmla="*/ 0 w 732"/>
              <a:gd name="p0y13" fmla="*/ 60 h 397"/>
              <a:gd name="p0x14" fmla="*/ 0 w 732"/>
              <a:gd name="p0y14" fmla="*/ 26 h 397"/>
              <a:gd name="p0x15" fmla="*/ 26 w 732"/>
              <a:gd name="p0y15" fmla="*/ 0 h 397"/>
              <a:gd name="p0x16" fmla="*/ 60 w 732"/>
              <a:gd name="p0y16" fmla="*/ 0 h 3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2765003" y="2148326"/>
            <a:ext cx="44626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5A3E0F"/>
                </a:solidFill>
                <a:latin typeface="MiSans" panose="00000500000000000000" charset="-122"/>
                <a:ea typeface="MiSans" panose="00000500000000000000" charset="-122"/>
              </a:rPr>
              <a:t>PAID</a:t>
            </a:r>
            <a:endParaRPr sz="1050" b="1">
              <a:solidFill>
                <a:srgbClr val="5A3E0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3173168" y="2148326"/>
            <a:ext cx="627679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050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(</a:t>
            </a:r>
            <a:r>
              <a:rPr lang="zh-CN" altLang="en-US" sz="1050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已支付</a:t>
            </a:r>
            <a:r>
              <a:rPr lang="en-US" altLang="zh-CN" sz="1050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1050">
              <a:solidFill>
                <a:srgbClr val="7A6A5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3846" t="-22333" r="-3846" b="-22333"/>
          <a:stretch>
            <a:fillRect/>
          </a:stretch>
        </p:blipFill>
        <p:spPr>
          <a:xfrm>
            <a:off x="3702685" y="2164715"/>
            <a:ext cx="133350" cy="137795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0"/>
            </p:custDataLst>
          </p:nvPr>
        </p:nvSpPr>
        <p:spPr>
          <a:xfrm>
            <a:off x="3872284" y="2148326"/>
            <a:ext cx="4001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入住</a:t>
            </a:r>
            <a:endParaRPr sz="105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3846" t="-22333" r="-3846" b="-22333"/>
          <a:stretch>
            <a:fillRect/>
          </a:stretch>
        </p:blipFill>
        <p:spPr>
          <a:xfrm>
            <a:off x="4174490" y="2164715"/>
            <a:ext cx="133350" cy="137795"/>
          </a:xfrm>
          <a:prstGeom prst="rect">
            <a:avLst/>
          </a:prstGeom>
        </p:spPr>
      </p:pic>
      <p:sp>
        <p:nvSpPr>
          <p:cNvPr id="20" name="任意多边形 19"/>
          <p:cNvSpPr/>
          <p:nvPr>
            <p:custDataLst>
              <p:tags r:id="rId22"/>
            </p:custDataLst>
          </p:nvPr>
        </p:nvSpPr>
        <p:spPr>
          <a:xfrm>
            <a:off x="4343400" y="2110105"/>
            <a:ext cx="1029970" cy="252095"/>
          </a:xfrm>
          <a:custGeom>
            <a:avLst/>
            <a:gdLst>
              <a:gd name="sw" fmla="*/ 1 w 1621"/>
              <a:gd name="sh" fmla="*/ 1 h 397"/>
              <a:gd name="mins" fmla="min sw sh"/>
              <a:gd name="dsw" fmla="+- 0 sw mins"/>
              <a:gd name="dsh" fmla="+- 0 sh mins"/>
              <a:gd name="p0x0" fmla="*/ 60 w 1621"/>
              <a:gd name="p0y0" fmla="*/ 0 h 397"/>
              <a:gd name="p0x1" fmla="*/ 1561 w 1621"/>
              <a:gd name="p0y1" fmla="*/ 0 h 397"/>
              <a:gd name="p0x2" fmla="*/ 1594 w 1621"/>
              <a:gd name="p0y2" fmla="*/ 0 h 397"/>
              <a:gd name="p0x3" fmla="*/ 1621 w 1621"/>
              <a:gd name="p0y3" fmla="*/ 26 h 397"/>
              <a:gd name="p0x4" fmla="*/ 1621 w 1621"/>
              <a:gd name="p0y4" fmla="*/ 60 h 397"/>
              <a:gd name="p0x5" fmla="*/ 1621 w 1621"/>
              <a:gd name="p0y5" fmla="*/ 337 h 397"/>
              <a:gd name="p0x6" fmla="*/ 1621 w 1621"/>
              <a:gd name="p0y6" fmla="*/ 370 h 397"/>
              <a:gd name="p0x7" fmla="*/ 1594 w 1621"/>
              <a:gd name="p0y7" fmla="*/ 397 h 397"/>
              <a:gd name="p0x8" fmla="*/ 1561 w 1621"/>
              <a:gd name="p0y8" fmla="*/ 397 h 397"/>
              <a:gd name="p0x9" fmla="*/ 60 w 1621"/>
              <a:gd name="p0y9" fmla="*/ 397 h 397"/>
              <a:gd name="p0x10" fmla="*/ 26 w 1621"/>
              <a:gd name="p0y10" fmla="*/ 397 h 397"/>
              <a:gd name="p0x11" fmla="*/ 0 w 1621"/>
              <a:gd name="p0y11" fmla="*/ 370 h 397"/>
              <a:gd name="p0x12" fmla="*/ 0 w 1621"/>
              <a:gd name="p0y12" fmla="*/ 337 h 397"/>
              <a:gd name="p0x13" fmla="*/ 0 w 1621"/>
              <a:gd name="p0y13" fmla="*/ 60 h 397"/>
              <a:gd name="p0x14" fmla="*/ 0 w 1621"/>
              <a:gd name="p0y14" fmla="*/ 26 h 397"/>
              <a:gd name="p0x15" fmla="*/ 26 w 1621"/>
              <a:gd name="p0y15" fmla="*/ 0 h 397"/>
              <a:gd name="p0x16" fmla="*/ 60 w 1621"/>
              <a:gd name="p0y16" fmla="*/ 0 h 3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4420048" y="2148326"/>
            <a:ext cx="101054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5A3E0F"/>
                </a:solidFill>
                <a:latin typeface="MiSans" panose="00000500000000000000" charset="-122"/>
                <a:ea typeface="MiSans" panose="00000500000000000000" charset="-122"/>
              </a:rPr>
              <a:t>CHECKED_IN</a:t>
            </a:r>
            <a:endParaRPr sz="1050" b="1">
              <a:solidFill>
                <a:srgbClr val="5A3E0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771525" y="2419788"/>
            <a:ext cx="62767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050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(</a:t>
            </a:r>
            <a:r>
              <a:rPr lang="zh-CN" altLang="en-US" sz="1050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已入住</a:t>
            </a:r>
            <a:r>
              <a:rPr lang="en-US" altLang="zh-CN" sz="1050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1050">
              <a:solidFill>
                <a:srgbClr val="7A6A5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3846" t="-22667" r="-3846" b="-22667"/>
          <a:stretch>
            <a:fillRect/>
          </a:stretch>
        </p:blipFill>
        <p:spPr>
          <a:xfrm>
            <a:off x="1301115" y="2435860"/>
            <a:ext cx="133350" cy="13843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1470641" y="2419788"/>
            <a:ext cx="4001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退房</a:t>
            </a:r>
            <a:endParaRPr sz="105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3846" t="-22667" r="-3846" b="-22667"/>
          <a:stretch>
            <a:fillRect/>
          </a:stretch>
        </p:blipFill>
        <p:spPr>
          <a:xfrm>
            <a:off x="1772920" y="2435860"/>
            <a:ext cx="133350" cy="138430"/>
          </a:xfrm>
          <a:prstGeom prst="rect">
            <a:avLst/>
          </a:prstGeom>
        </p:spPr>
      </p:pic>
      <p:sp>
        <p:nvSpPr>
          <p:cNvPr id="26" name="任意多边形 25"/>
          <p:cNvSpPr/>
          <p:nvPr>
            <p:custDataLst>
              <p:tags r:id="rId28"/>
            </p:custDataLst>
          </p:nvPr>
        </p:nvSpPr>
        <p:spPr>
          <a:xfrm>
            <a:off x="1941830" y="2381250"/>
            <a:ext cx="996315" cy="252730"/>
          </a:xfrm>
          <a:custGeom>
            <a:avLst/>
            <a:gdLst>
              <a:gd name="sw" fmla="*/ 1 w 1569"/>
              <a:gd name="sh" fmla="*/ 1 h 397"/>
              <a:gd name="mins" fmla="min sw sh"/>
              <a:gd name="dsw" fmla="+- 0 sw mins"/>
              <a:gd name="dsh" fmla="+- 0 sh mins"/>
              <a:gd name="p0x0" fmla="*/ 60 w 1569"/>
              <a:gd name="p0y0" fmla="*/ 0 h 397"/>
              <a:gd name="p0x1" fmla="*/ 1509 w 1569"/>
              <a:gd name="p0y1" fmla="*/ 0 h 397"/>
              <a:gd name="p0x2" fmla="*/ 1542 w 1569"/>
              <a:gd name="p0y2" fmla="*/ 0 h 397"/>
              <a:gd name="p0x3" fmla="*/ 1569 w 1569"/>
              <a:gd name="p0y3" fmla="*/ 26 h 397"/>
              <a:gd name="p0x4" fmla="*/ 1569 w 1569"/>
              <a:gd name="p0y4" fmla="*/ 60 h 397"/>
              <a:gd name="p0x5" fmla="*/ 1569 w 1569"/>
              <a:gd name="p0y5" fmla="*/ 337 h 397"/>
              <a:gd name="p0x6" fmla="*/ 1569 w 1569"/>
              <a:gd name="p0y6" fmla="*/ 370 h 397"/>
              <a:gd name="p0x7" fmla="*/ 1542 w 1569"/>
              <a:gd name="p0y7" fmla="*/ 397 h 397"/>
              <a:gd name="p0x8" fmla="*/ 1509 w 1569"/>
              <a:gd name="p0y8" fmla="*/ 397 h 397"/>
              <a:gd name="p0x9" fmla="*/ 60 w 1569"/>
              <a:gd name="p0y9" fmla="*/ 397 h 397"/>
              <a:gd name="p0x10" fmla="*/ 26 w 1569"/>
              <a:gd name="p0y10" fmla="*/ 397 h 397"/>
              <a:gd name="p0x11" fmla="*/ 0 w 1569"/>
              <a:gd name="p0y11" fmla="*/ 370 h 397"/>
              <a:gd name="p0x12" fmla="*/ 0 w 1569"/>
              <a:gd name="p0y12" fmla="*/ 337 h 397"/>
              <a:gd name="p0x13" fmla="*/ 0 w 1569"/>
              <a:gd name="p0y13" fmla="*/ 60 h 397"/>
              <a:gd name="p0x14" fmla="*/ 0 w 1569"/>
              <a:gd name="p0y14" fmla="*/ 26 h 397"/>
              <a:gd name="p0x15" fmla="*/ 26 w 1569"/>
              <a:gd name="p0y15" fmla="*/ 0 h 397"/>
              <a:gd name="p0x16" fmla="*/ 60 w 1569"/>
              <a:gd name="p0y16" fmla="*/ 0 h 3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9"/>
            </p:custDataLst>
          </p:nvPr>
        </p:nvSpPr>
        <p:spPr>
          <a:xfrm>
            <a:off x="2018405" y="2419788"/>
            <a:ext cx="97735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5A3E0F"/>
                </a:solidFill>
                <a:latin typeface="MiSans" panose="00000500000000000000" charset="-122"/>
                <a:ea typeface="MiSans" panose="00000500000000000000" charset="-122"/>
              </a:rPr>
              <a:t>COMPLETED</a:t>
            </a:r>
            <a:endParaRPr sz="1050" b="1">
              <a:solidFill>
                <a:srgbClr val="5A3E0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0"/>
            </p:custDataLst>
          </p:nvPr>
        </p:nvSpPr>
        <p:spPr>
          <a:xfrm>
            <a:off x="2957665" y="2419788"/>
            <a:ext cx="627679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050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(</a:t>
            </a:r>
            <a:r>
              <a:rPr lang="zh-CN" altLang="en-US" sz="1050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已完成</a:t>
            </a:r>
            <a:r>
              <a:rPr lang="en-US" altLang="zh-CN" sz="1050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1050">
              <a:solidFill>
                <a:srgbClr val="7A6A5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1"/>
            </p:custDataLst>
          </p:nvPr>
        </p:nvSpPr>
        <p:spPr>
          <a:xfrm>
            <a:off x="976313" y="2729351"/>
            <a:ext cx="106687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任一阶段可取消</a:t>
            </a:r>
            <a:endParaRPr sz="105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2"/>
            </p:custDataLst>
          </p:nvPr>
        </p:nvSpPr>
        <p:spPr>
          <a:xfrm>
            <a:off x="1947545" y="2691130"/>
            <a:ext cx="974090" cy="252095"/>
          </a:xfrm>
          <a:custGeom>
            <a:avLst/>
            <a:gdLst>
              <a:gd name="sw" fmla="*/ 1 w 1533"/>
              <a:gd name="sh" fmla="*/ 1 h 397"/>
              <a:gd name="mins" fmla="min sw sh"/>
              <a:gd name="dsw" fmla="+- 0 sw mins"/>
              <a:gd name="dsh" fmla="+- 0 sh mins"/>
              <a:gd name="p0x0" fmla="*/ 60 w 1533"/>
              <a:gd name="p0y0" fmla="*/ 0 h 397"/>
              <a:gd name="p0x1" fmla="*/ 1473 w 1533"/>
              <a:gd name="p0y1" fmla="*/ 0 h 397"/>
              <a:gd name="p0x2" fmla="*/ 1506 w 1533"/>
              <a:gd name="p0y2" fmla="*/ 0 h 397"/>
              <a:gd name="p0x3" fmla="*/ 1533 w 1533"/>
              <a:gd name="p0y3" fmla="*/ 26 h 397"/>
              <a:gd name="p0x4" fmla="*/ 1533 w 1533"/>
              <a:gd name="p0y4" fmla="*/ 60 h 397"/>
              <a:gd name="p0x5" fmla="*/ 1533 w 1533"/>
              <a:gd name="p0y5" fmla="*/ 337 h 397"/>
              <a:gd name="p0x6" fmla="*/ 1533 w 1533"/>
              <a:gd name="p0y6" fmla="*/ 370 h 397"/>
              <a:gd name="p0x7" fmla="*/ 1506 w 1533"/>
              <a:gd name="p0y7" fmla="*/ 397 h 397"/>
              <a:gd name="p0x8" fmla="*/ 1473 w 1533"/>
              <a:gd name="p0y8" fmla="*/ 397 h 397"/>
              <a:gd name="p0x9" fmla="*/ 60 w 1533"/>
              <a:gd name="p0y9" fmla="*/ 397 h 397"/>
              <a:gd name="p0x10" fmla="*/ 26 w 1533"/>
              <a:gd name="p0y10" fmla="*/ 397 h 397"/>
              <a:gd name="p0x11" fmla="*/ 0 w 1533"/>
              <a:gd name="p0y11" fmla="*/ 370 h 397"/>
              <a:gd name="p0x12" fmla="*/ 0 w 1533"/>
              <a:gd name="p0y12" fmla="*/ 337 h 397"/>
              <a:gd name="p0x13" fmla="*/ 0 w 1533"/>
              <a:gd name="p0y13" fmla="*/ 60 h 397"/>
              <a:gd name="p0x14" fmla="*/ 0 w 1533"/>
              <a:gd name="p0y14" fmla="*/ 26 h 397"/>
              <a:gd name="p0x15" fmla="*/ 26 w 1533"/>
              <a:gd name="p0y15" fmla="*/ 0 h 397"/>
              <a:gd name="p0x16" fmla="*/ 60 w 1533"/>
              <a:gd name="p0y16" fmla="*/ 0 h 3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F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3"/>
            </p:custDataLst>
          </p:nvPr>
        </p:nvSpPr>
        <p:spPr>
          <a:xfrm>
            <a:off x="2024139" y="2729351"/>
            <a:ext cx="95466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4D3A06"/>
                </a:solidFill>
                <a:latin typeface="MiSans" panose="00000500000000000000" charset="-122"/>
                <a:ea typeface="MiSans" panose="00000500000000000000" charset="-122"/>
              </a:rPr>
              <a:t>CANCELLED</a:t>
            </a:r>
            <a:endParaRPr sz="1050" b="1">
              <a:solidFill>
                <a:srgbClr val="4D3A06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4"/>
            </p:custDataLst>
          </p:nvPr>
        </p:nvSpPr>
        <p:spPr>
          <a:xfrm>
            <a:off x="2959741" y="2729351"/>
            <a:ext cx="2796407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限</a:t>
            </a:r>
            <a:r>
              <a:rPr lang="en-US" altLang="zh-CN" sz="1050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BOOKED / PAID </a:t>
            </a:r>
            <a:r>
              <a:rPr lang="zh-CN" altLang="en-US" sz="1050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状态，需提前至少</a:t>
            </a:r>
            <a:r>
              <a:rPr lang="en-US" altLang="zh-CN" sz="1050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1</a:t>
            </a:r>
            <a:r>
              <a:rPr lang="zh-CN" altLang="en-US" sz="1050">
                <a:solidFill>
                  <a:srgbClr val="7A6A5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天</a:t>
            </a:r>
            <a:endParaRPr lang="zh-CN" altLang="en-US" sz="1050">
              <a:solidFill>
                <a:srgbClr val="7A6A5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-8519" t="-5641" r="-8519" b="-5641"/>
          <a:stretch>
            <a:fillRect/>
          </a:stretch>
        </p:blipFill>
        <p:spPr>
          <a:xfrm rot="5400000">
            <a:off x="807085" y="2748280"/>
            <a:ext cx="100330" cy="137795"/>
          </a:xfrm>
          <a:prstGeom prst="rect">
            <a:avLst/>
          </a:prstGeom>
        </p:spPr>
      </p:pic>
      <p:sp>
        <p:nvSpPr>
          <p:cNvPr id="35" name="任意多边形 34"/>
          <p:cNvSpPr/>
          <p:nvPr>
            <p:custDataLst>
              <p:tags r:id="rId38"/>
            </p:custDataLst>
          </p:nvPr>
        </p:nvSpPr>
        <p:spPr>
          <a:xfrm>
            <a:off x="575945" y="3844925"/>
            <a:ext cx="5165725" cy="2626995"/>
          </a:xfrm>
          <a:custGeom>
            <a:avLst/>
            <a:gdLst>
              <a:gd name="sw" fmla="*/ 1 w 8135"/>
              <a:gd name="sh" fmla="*/ 1 h 4137"/>
              <a:gd name="mins" fmla="min sw sh"/>
              <a:gd name="dsw" fmla="+- 0 sw mins"/>
              <a:gd name="dsh" fmla="+- 0 sh mins"/>
              <a:gd name="p0x0" fmla="*/ 150 w 8135"/>
              <a:gd name="p0y0" fmla="*/ 0 h 4137"/>
              <a:gd name="p0x1" fmla="*/ 7985 w 8135"/>
              <a:gd name="p0y1" fmla="*/ 0 h 4137"/>
              <a:gd name="p0x2" fmla="*/ 8068 w 8135"/>
              <a:gd name="p0y2" fmla="*/ 0 h 4137"/>
              <a:gd name="p0x3" fmla="*/ 8135 w 8135"/>
              <a:gd name="p0y3" fmla="*/ 67 h 4137"/>
              <a:gd name="p0x4" fmla="*/ 8135 w 8135"/>
              <a:gd name="p0y4" fmla="*/ 150 h 4137"/>
              <a:gd name="p0x5" fmla="*/ 8135 w 8135"/>
              <a:gd name="p0y5" fmla="*/ 3987 h 4137"/>
              <a:gd name="p0x6" fmla="*/ 8135 w 8135"/>
              <a:gd name="p0y6" fmla="*/ 4069 h 4137"/>
              <a:gd name="p0x7" fmla="*/ 8068 w 8135"/>
              <a:gd name="p0y7" fmla="*/ 4137 h 4137"/>
              <a:gd name="p0x8" fmla="*/ 7985 w 8135"/>
              <a:gd name="p0y8" fmla="*/ 4137 h 4137"/>
              <a:gd name="p0x9" fmla="*/ 150 w 8135"/>
              <a:gd name="p0y9" fmla="*/ 4137 h 4137"/>
              <a:gd name="p0x10" fmla="*/ 67 w 8135"/>
              <a:gd name="p0y10" fmla="*/ 4137 h 4137"/>
              <a:gd name="p0x11" fmla="*/ 0 w 8135"/>
              <a:gd name="p0y11" fmla="*/ 4069 h 4137"/>
              <a:gd name="p0x12" fmla="*/ 0 w 8135"/>
              <a:gd name="p0y12" fmla="*/ 3987 h 4137"/>
              <a:gd name="p0x13" fmla="*/ 0 w 8135"/>
              <a:gd name="p0y13" fmla="*/ 150 h 4137"/>
              <a:gd name="p0x14" fmla="*/ 0 w 8135"/>
              <a:gd name="p0y14" fmla="*/ 67 h 4137"/>
              <a:gd name="p0x15" fmla="*/ 67 w 8135"/>
              <a:gd name="p0y15" fmla="*/ 0 h 4137"/>
              <a:gd name="p0x16" fmla="*/ 150 w 8135"/>
              <a:gd name="p0y16" fmla="*/ 0 h 41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39"/>
            </p:custDataLst>
          </p:nvPr>
        </p:nvSpPr>
        <p:spPr>
          <a:xfrm>
            <a:off x="771525" y="4040505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150 w 495"/>
              <a:gd name="p0y0" fmla="*/ 0 h 495"/>
              <a:gd name="p0x1" fmla="*/ 345 w 495"/>
              <a:gd name="p0y1" fmla="*/ 0 h 495"/>
              <a:gd name="p0x2" fmla="*/ 427 w 495"/>
              <a:gd name="p0y2" fmla="*/ 0 h 495"/>
              <a:gd name="p0x3" fmla="*/ 495 w 495"/>
              <a:gd name="p0y3" fmla="*/ 67 h 495"/>
              <a:gd name="p0x4" fmla="*/ 495 w 495"/>
              <a:gd name="p0y4" fmla="*/ 150 h 495"/>
              <a:gd name="p0x5" fmla="*/ 495 w 495"/>
              <a:gd name="p0y5" fmla="*/ 345 h 495"/>
              <a:gd name="p0x6" fmla="*/ 495 w 495"/>
              <a:gd name="p0y6" fmla="*/ 427 h 495"/>
              <a:gd name="p0x7" fmla="*/ 427 w 495"/>
              <a:gd name="p0y7" fmla="*/ 495 h 495"/>
              <a:gd name="p0x8" fmla="*/ 345 w 495"/>
              <a:gd name="p0y8" fmla="*/ 495 h 495"/>
              <a:gd name="p0x9" fmla="*/ 150 w 495"/>
              <a:gd name="p0y9" fmla="*/ 495 h 495"/>
              <a:gd name="p0x10" fmla="*/ 67 w 495"/>
              <a:gd name="p0y10" fmla="*/ 495 h 495"/>
              <a:gd name="p0x11" fmla="*/ 0 w 495"/>
              <a:gd name="p0y11" fmla="*/ 427 h 495"/>
              <a:gd name="p0x12" fmla="*/ 0 w 495"/>
              <a:gd name="p0y12" fmla="*/ 345 h 495"/>
              <a:gd name="p0x13" fmla="*/ 0 w 495"/>
              <a:gd name="p0y13" fmla="*/ 150 h 495"/>
              <a:gd name="p0x14" fmla="*/ 0 w 495"/>
              <a:gd name="p0y14" fmla="*/ 67 h 495"/>
              <a:gd name="p0x15" fmla="*/ 67 w 495"/>
              <a:gd name="p0y15" fmla="*/ 0 h 495"/>
              <a:gd name="p0x16" fmla="*/ 150 w 495"/>
              <a:gd name="p0y16" fmla="*/ 0 h 4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6522" t="-2933" r="-6522" b="-2933"/>
          <a:stretch>
            <a:fillRect/>
          </a:stretch>
        </p:blipFill>
        <p:spPr>
          <a:xfrm>
            <a:off x="804545" y="4069080"/>
            <a:ext cx="247650" cy="252095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43"/>
            </p:custDataLst>
          </p:nvPr>
        </p:nvSpPr>
        <p:spPr>
          <a:xfrm>
            <a:off x="1162050" y="4083367"/>
            <a:ext cx="1266901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信用禁订机制</a:t>
            </a:r>
            <a:endParaRPr sz="1425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44"/>
            </p:custDataLst>
          </p:nvPr>
        </p:nvSpPr>
        <p:spPr>
          <a:xfrm>
            <a:off x="771525" y="4431059"/>
            <a:ext cx="477544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规则</a:t>
            </a:r>
            <a:endParaRPr sz="1050" b="1" spc="63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45"/>
            </p:custDataLst>
          </p:nvPr>
        </p:nvSpPr>
        <p:spPr>
          <a:xfrm>
            <a:off x="771525" y="4645025"/>
            <a:ext cx="2368550" cy="409575"/>
          </a:xfrm>
          <a:custGeom>
            <a:avLst/>
            <a:gdLst>
              <a:gd name="sw" fmla="*/ 1 w 3730"/>
              <a:gd name="sh" fmla="*/ 1 h 645"/>
              <a:gd name="mins" fmla="min sw sh"/>
              <a:gd name="dsw" fmla="+- 0 sw mins"/>
              <a:gd name="dsh" fmla="+- 0 sh mins"/>
              <a:gd name="p0x0" fmla="*/ 60 w 3730"/>
              <a:gd name="p0y0" fmla="*/ 0 h 645"/>
              <a:gd name="p0x1" fmla="*/ 3670 w 3730"/>
              <a:gd name="p0y1" fmla="*/ 0 h 645"/>
              <a:gd name="p0x2" fmla="*/ 3703 w 3730"/>
              <a:gd name="p0y2" fmla="*/ 0 h 645"/>
              <a:gd name="p0x3" fmla="*/ 3730 w 3730"/>
              <a:gd name="p0y3" fmla="*/ 26 h 645"/>
              <a:gd name="p0x4" fmla="*/ 3730 w 3730"/>
              <a:gd name="p0y4" fmla="*/ 60 h 645"/>
              <a:gd name="p0x5" fmla="*/ 3730 w 3730"/>
              <a:gd name="p0y5" fmla="*/ 585 h 645"/>
              <a:gd name="p0x6" fmla="*/ 3730 w 3730"/>
              <a:gd name="p0y6" fmla="*/ 618 h 645"/>
              <a:gd name="p0x7" fmla="*/ 3703 w 3730"/>
              <a:gd name="p0y7" fmla="*/ 645 h 645"/>
              <a:gd name="p0x8" fmla="*/ 3670 w 3730"/>
              <a:gd name="p0y8" fmla="*/ 645 h 645"/>
              <a:gd name="p0x9" fmla="*/ 60 w 3730"/>
              <a:gd name="p0y9" fmla="*/ 645 h 645"/>
              <a:gd name="p0x10" fmla="*/ 26 w 3730"/>
              <a:gd name="p0y10" fmla="*/ 645 h 645"/>
              <a:gd name="p0x11" fmla="*/ 0 w 3730"/>
              <a:gd name="p0y11" fmla="*/ 618 h 645"/>
              <a:gd name="p0x12" fmla="*/ 0 w 3730"/>
              <a:gd name="p0y12" fmla="*/ 585 h 645"/>
              <a:gd name="p0x13" fmla="*/ 0 w 3730"/>
              <a:gd name="p0y13" fmla="*/ 60 h 645"/>
              <a:gd name="p0x14" fmla="*/ 0 w 3730"/>
              <a:gd name="p0y14" fmla="*/ 26 h 645"/>
              <a:gd name="p0x15" fmla="*/ 26 w 3730"/>
              <a:gd name="p0y15" fmla="*/ 0 h 645"/>
              <a:gd name="p0x16" fmla="*/ 60 w 3730"/>
              <a:gd name="p0y16" fmla="*/ 0 h 645"/>
            </a:gdLst>
            <a:ahLst/>
            <a:cxnLst/>
            <a:pathLst>
              <a:path w="3730" h="645">
                <a:moveTo>
                  <a:pt x="60" y="0"/>
                </a:moveTo>
                <a:lnTo>
                  <a:pt x="3670" y="0"/>
                </a:lnTo>
                <a:cubicBezTo>
                  <a:pt x="3703" y="0"/>
                  <a:pt x="3730" y="27"/>
                  <a:pt x="3730" y="60"/>
                </a:cubicBezTo>
                <a:lnTo>
                  <a:pt x="3730" y="585"/>
                </a:lnTo>
                <a:cubicBezTo>
                  <a:pt x="3730" y="618"/>
                  <a:pt x="3703" y="645"/>
                  <a:pt x="3670" y="645"/>
                </a:cubicBezTo>
                <a:lnTo>
                  <a:pt x="60" y="645"/>
                </a:lnTo>
                <a:cubicBezTo>
                  <a:pt x="27" y="645"/>
                  <a:pt x="0" y="618"/>
                  <a:pt x="0" y="58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46"/>
            </p:custDataLst>
          </p:nvPr>
        </p:nvSpPr>
        <p:spPr>
          <a:xfrm>
            <a:off x="809625" y="4675375"/>
            <a:ext cx="2292477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用户每取消</a:t>
            </a:r>
            <a:r>
              <a:rPr lang="en-US" alt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1 </a:t>
            </a: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次订单</a:t>
            </a:r>
            <a:r>
              <a:rPr lang="en-US" alt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→ cancel_count + 1</a:t>
            </a:r>
            <a:endParaRPr lang="en-US" altLang="zh-CN" sz="105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47"/>
            </p:custDataLst>
          </p:nvPr>
        </p:nvSpPr>
        <p:spPr>
          <a:xfrm>
            <a:off x="3178175" y="4645025"/>
            <a:ext cx="2368550" cy="409575"/>
          </a:xfrm>
          <a:custGeom>
            <a:avLst/>
            <a:gdLst>
              <a:gd name="sw" fmla="*/ 1 w 3730"/>
              <a:gd name="sh" fmla="*/ 1 h 645"/>
              <a:gd name="mins" fmla="min sw sh"/>
              <a:gd name="dsw" fmla="+- 0 sw mins"/>
              <a:gd name="dsh" fmla="+- 0 sh mins"/>
              <a:gd name="p0x0" fmla="*/ 60 w 3730"/>
              <a:gd name="p0y0" fmla="*/ 0 h 645"/>
              <a:gd name="p0x1" fmla="*/ 3670 w 3730"/>
              <a:gd name="p0y1" fmla="*/ 0 h 645"/>
              <a:gd name="p0x2" fmla="*/ 3703 w 3730"/>
              <a:gd name="p0y2" fmla="*/ 0 h 645"/>
              <a:gd name="p0x3" fmla="*/ 3730 w 3730"/>
              <a:gd name="p0y3" fmla="*/ 26 h 645"/>
              <a:gd name="p0x4" fmla="*/ 3730 w 3730"/>
              <a:gd name="p0y4" fmla="*/ 60 h 645"/>
              <a:gd name="p0x5" fmla="*/ 3730 w 3730"/>
              <a:gd name="p0y5" fmla="*/ 585 h 645"/>
              <a:gd name="p0x6" fmla="*/ 3730 w 3730"/>
              <a:gd name="p0y6" fmla="*/ 618 h 645"/>
              <a:gd name="p0x7" fmla="*/ 3703 w 3730"/>
              <a:gd name="p0y7" fmla="*/ 645 h 645"/>
              <a:gd name="p0x8" fmla="*/ 3670 w 3730"/>
              <a:gd name="p0y8" fmla="*/ 645 h 645"/>
              <a:gd name="p0x9" fmla="*/ 60 w 3730"/>
              <a:gd name="p0y9" fmla="*/ 645 h 645"/>
              <a:gd name="p0x10" fmla="*/ 26 w 3730"/>
              <a:gd name="p0y10" fmla="*/ 645 h 645"/>
              <a:gd name="p0x11" fmla="*/ 0 w 3730"/>
              <a:gd name="p0y11" fmla="*/ 618 h 645"/>
              <a:gd name="p0x12" fmla="*/ 0 w 3730"/>
              <a:gd name="p0y12" fmla="*/ 585 h 645"/>
              <a:gd name="p0x13" fmla="*/ 0 w 3730"/>
              <a:gd name="p0y13" fmla="*/ 60 h 645"/>
              <a:gd name="p0x14" fmla="*/ 0 w 3730"/>
              <a:gd name="p0y14" fmla="*/ 26 h 645"/>
              <a:gd name="p0x15" fmla="*/ 26 w 3730"/>
              <a:gd name="p0y15" fmla="*/ 0 h 645"/>
              <a:gd name="p0x16" fmla="*/ 60 w 3730"/>
              <a:gd name="p0y16" fmla="*/ 0 h 645"/>
            </a:gdLst>
            <a:ahLst/>
            <a:cxnLst/>
            <a:pathLst>
              <a:path w="3730" h="645">
                <a:moveTo>
                  <a:pt x="60" y="0"/>
                </a:moveTo>
                <a:lnTo>
                  <a:pt x="3670" y="0"/>
                </a:lnTo>
                <a:cubicBezTo>
                  <a:pt x="3703" y="0"/>
                  <a:pt x="3730" y="27"/>
                  <a:pt x="3730" y="60"/>
                </a:cubicBezTo>
                <a:lnTo>
                  <a:pt x="3730" y="585"/>
                </a:lnTo>
                <a:cubicBezTo>
                  <a:pt x="3730" y="618"/>
                  <a:pt x="3703" y="645"/>
                  <a:pt x="3670" y="645"/>
                </a:cubicBezTo>
                <a:lnTo>
                  <a:pt x="60" y="645"/>
                </a:lnTo>
                <a:cubicBezTo>
                  <a:pt x="27" y="645"/>
                  <a:pt x="0" y="618"/>
                  <a:pt x="0" y="58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48"/>
            </p:custDataLst>
          </p:nvPr>
        </p:nvSpPr>
        <p:spPr>
          <a:xfrm>
            <a:off x="3216402" y="4675375"/>
            <a:ext cx="2292477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累计取消</a:t>
            </a:r>
            <a:r>
              <a:rPr lang="en-US" alt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≥ 3 </a:t>
            </a: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次</a:t>
            </a:r>
            <a:r>
              <a:rPr lang="en-US" alt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→ </a:t>
            </a: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自动禁订</a:t>
            </a:r>
            <a:r>
              <a:rPr lang="en-US" alt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7 </a:t>
            </a: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天</a:t>
            </a:r>
            <a:r>
              <a:rPr lang="en-US" alt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(banned_until = now + 7</a:t>
            </a: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天</a:t>
            </a:r>
            <a:r>
              <a:rPr lang="en-US" alt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105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49"/>
            </p:custDataLst>
          </p:nvPr>
        </p:nvSpPr>
        <p:spPr>
          <a:xfrm>
            <a:off x="771525" y="5092700"/>
            <a:ext cx="2368550" cy="409575"/>
          </a:xfrm>
          <a:custGeom>
            <a:avLst/>
            <a:gdLst>
              <a:gd name="sw" fmla="*/ 1 w 3730"/>
              <a:gd name="sh" fmla="*/ 1 h 645"/>
              <a:gd name="mins" fmla="min sw sh"/>
              <a:gd name="dsw" fmla="+- 0 sw mins"/>
              <a:gd name="dsh" fmla="+- 0 sh mins"/>
              <a:gd name="p0x0" fmla="*/ 60 w 3730"/>
              <a:gd name="p0y0" fmla="*/ 0 h 645"/>
              <a:gd name="p0x1" fmla="*/ 3670 w 3730"/>
              <a:gd name="p0y1" fmla="*/ 0 h 645"/>
              <a:gd name="p0x2" fmla="*/ 3703 w 3730"/>
              <a:gd name="p0y2" fmla="*/ 0 h 645"/>
              <a:gd name="p0x3" fmla="*/ 3730 w 3730"/>
              <a:gd name="p0y3" fmla="*/ 26 h 645"/>
              <a:gd name="p0x4" fmla="*/ 3730 w 3730"/>
              <a:gd name="p0y4" fmla="*/ 60 h 645"/>
              <a:gd name="p0x5" fmla="*/ 3730 w 3730"/>
              <a:gd name="p0y5" fmla="*/ 585 h 645"/>
              <a:gd name="p0x6" fmla="*/ 3730 w 3730"/>
              <a:gd name="p0y6" fmla="*/ 618 h 645"/>
              <a:gd name="p0x7" fmla="*/ 3703 w 3730"/>
              <a:gd name="p0y7" fmla="*/ 645 h 645"/>
              <a:gd name="p0x8" fmla="*/ 3670 w 3730"/>
              <a:gd name="p0y8" fmla="*/ 645 h 645"/>
              <a:gd name="p0x9" fmla="*/ 60 w 3730"/>
              <a:gd name="p0y9" fmla="*/ 645 h 645"/>
              <a:gd name="p0x10" fmla="*/ 26 w 3730"/>
              <a:gd name="p0y10" fmla="*/ 645 h 645"/>
              <a:gd name="p0x11" fmla="*/ 0 w 3730"/>
              <a:gd name="p0y11" fmla="*/ 618 h 645"/>
              <a:gd name="p0x12" fmla="*/ 0 w 3730"/>
              <a:gd name="p0y12" fmla="*/ 585 h 645"/>
              <a:gd name="p0x13" fmla="*/ 0 w 3730"/>
              <a:gd name="p0y13" fmla="*/ 60 h 645"/>
              <a:gd name="p0x14" fmla="*/ 0 w 3730"/>
              <a:gd name="p0y14" fmla="*/ 26 h 645"/>
              <a:gd name="p0x15" fmla="*/ 26 w 3730"/>
              <a:gd name="p0y15" fmla="*/ 0 h 645"/>
              <a:gd name="p0x16" fmla="*/ 60 w 3730"/>
              <a:gd name="p0y16" fmla="*/ 0 h 645"/>
            </a:gdLst>
            <a:ahLst/>
            <a:cxnLst/>
            <a:pathLst>
              <a:path w="3730" h="645">
                <a:moveTo>
                  <a:pt x="60" y="0"/>
                </a:moveTo>
                <a:lnTo>
                  <a:pt x="3670" y="0"/>
                </a:lnTo>
                <a:cubicBezTo>
                  <a:pt x="3703" y="0"/>
                  <a:pt x="3730" y="27"/>
                  <a:pt x="3730" y="60"/>
                </a:cubicBezTo>
                <a:lnTo>
                  <a:pt x="3730" y="585"/>
                </a:lnTo>
                <a:cubicBezTo>
                  <a:pt x="3730" y="618"/>
                  <a:pt x="3703" y="645"/>
                  <a:pt x="3670" y="645"/>
                </a:cubicBezTo>
                <a:lnTo>
                  <a:pt x="60" y="645"/>
                </a:lnTo>
                <a:cubicBezTo>
                  <a:pt x="27" y="645"/>
                  <a:pt x="0" y="618"/>
                  <a:pt x="0" y="58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50"/>
            </p:custDataLst>
          </p:nvPr>
        </p:nvSpPr>
        <p:spPr>
          <a:xfrm>
            <a:off x="809625" y="5123050"/>
            <a:ext cx="2292477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禁订期满后自动解封</a:t>
            </a:r>
            <a:r>
              <a:rPr lang="en-US" alt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→ banned_until </a:t>
            </a: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清空，</a:t>
            </a:r>
            <a:r>
              <a:rPr lang="en-US" alt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cancel_count </a:t>
            </a: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归零</a:t>
            </a:r>
            <a:endParaRPr lang="zh-CN" altLang="en-US" sz="105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51"/>
            </p:custDataLst>
          </p:nvPr>
        </p:nvSpPr>
        <p:spPr>
          <a:xfrm>
            <a:off x="3178175" y="5092700"/>
            <a:ext cx="2368550" cy="409575"/>
          </a:xfrm>
          <a:custGeom>
            <a:avLst/>
            <a:gdLst>
              <a:gd name="sw" fmla="*/ 1 w 3730"/>
              <a:gd name="sh" fmla="*/ 1 h 645"/>
              <a:gd name="mins" fmla="min sw sh"/>
              <a:gd name="dsw" fmla="+- 0 sw mins"/>
              <a:gd name="dsh" fmla="+- 0 sh mins"/>
              <a:gd name="p0x0" fmla="*/ 60 w 3730"/>
              <a:gd name="p0y0" fmla="*/ 0 h 645"/>
              <a:gd name="p0x1" fmla="*/ 3670 w 3730"/>
              <a:gd name="p0y1" fmla="*/ 0 h 645"/>
              <a:gd name="p0x2" fmla="*/ 3703 w 3730"/>
              <a:gd name="p0y2" fmla="*/ 0 h 645"/>
              <a:gd name="p0x3" fmla="*/ 3730 w 3730"/>
              <a:gd name="p0y3" fmla="*/ 26 h 645"/>
              <a:gd name="p0x4" fmla="*/ 3730 w 3730"/>
              <a:gd name="p0y4" fmla="*/ 60 h 645"/>
              <a:gd name="p0x5" fmla="*/ 3730 w 3730"/>
              <a:gd name="p0y5" fmla="*/ 585 h 645"/>
              <a:gd name="p0x6" fmla="*/ 3730 w 3730"/>
              <a:gd name="p0y6" fmla="*/ 618 h 645"/>
              <a:gd name="p0x7" fmla="*/ 3703 w 3730"/>
              <a:gd name="p0y7" fmla="*/ 645 h 645"/>
              <a:gd name="p0x8" fmla="*/ 3670 w 3730"/>
              <a:gd name="p0y8" fmla="*/ 645 h 645"/>
              <a:gd name="p0x9" fmla="*/ 60 w 3730"/>
              <a:gd name="p0y9" fmla="*/ 645 h 645"/>
              <a:gd name="p0x10" fmla="*/ 26 w 3730"/>
              <a:gd name="p0y10" fmla="*/ 645 h 645"/>
              <a:gd name="p0x11" fmla="*/ 0 w 3730"/>
              <a:gd name="p0y11" fmla="*/ 618 h 645"/>
              <a:gd name="p0x12" fmla="*/ 0 w 3730"/>
              <a:gd name="p0y12" fmla="*/ 585 h 645"/>
              <a:gd name="p0x13" fmla="*/ 0 w 3730"/>
              <a:gd name="p0y13" fmla="*/ 60 h 645"/>
              <a:gd name="p0x14" fmla="*/ 0 w 3730"/>
              <a:gd name="p0y14" fmla="*/ 26 h 645"/>
              <a:gd name="p0x15" fmla="*/ 26 w 3730"/>
              <a:gd name="p0y15" fmla="*/ 0 h 645"/>
              <a:gd name="p0x16" fmla="*/ 60 w 3730"/>
              <a:gd name="p0y16" fmla="*/ 0 h 645"/>
            </a:gdLst>
            <a:ahLst/>
            <a:cxnLst/>
            <a:pathLst>
              <a:path w="3730" h="645">
                <a:moveTo>
                  <a:pt x="60" y="0"/>
                </a:moveTo>
                <a:lnTo>
                  <a:pt x="3670" y="0"/>
                </a:lnTo>
                <a:cubicBezTo>
                  <a:pt x="3703" y="0"/>
                  <a:pt x="3730" y="27"/>
                  <a:pt x="3730" y="60"/>
                </a:cubicBezTo>
                <a:lnTo>
                  <a:pt x="3730" y="585"/>
                </a:lnTo>
                <a:cubicBezTo>
                  <a:pt x="3730" y="618"/>
                  <a:pt x="3703" y="645"/>
                  <a:pt x="3670" y="645"/>
                </a:cubicBezTo>
                <a:lnTo>
                  <a:pt x="60" y="645"/>
                </a:lnTo>
                <a:cubicBezTo>
                  <a:pt x="27" y="645"/>
                  <a:pt x="0" y="618"/>
                  <a:pt x="0" y="58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52"/>
            </p:custDataLst>
          </p:nvPr>
        </p:nvSpPr>
        <p:spPr>
          <a:xfrm>
            <a:off x="3216402" y="5123050"/>
            <a:ext cx="2292477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禁订期间无法发起任何新预订</a:t>
            </a:r>
            <a:endParaRPr sz="105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53"/>
            </p:custDataLst>
          </p:nvPr>
        </p:nvSpPr>
        <p:spPr>
          <a:xfrm>
            <a:off x="771525" y="5578821"/>
            <a:ext cx="477544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管理员手动操作</a:t>
            </a:r>
            <a:endParaRPr sz="1050" b="1" spc="63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54"/>
            </p:custDataLst>
          </p:nvPr>
        </p:nvSpPr>
        <p:spPr>
          <a:xfrm>
            <a:off x="771525" y="5793105"/>
            <a:ext cx="4775200" cy="242570"/>
          </a:xfrm>
          <a:custGeom>
            <a:avLst/>
            <a:gdLst>
              <a:gd name="sw" fmla="*/ 1 w 7520"/>
              <a:gd name="sh" fmla="*/ 1 h 382"/>
              <a:gd name="mins" fmla="min sw sh"/>
              <a:gd name="dsw" fmla="+- 0 sw mins"/>
              <a:gd name="dsh" fmla="+- 0 sh mins"/>
              <a:gd name="p0x0" fmla="*/ 60 w 7520"/>
              <a:gd name="p0y0" fmla="*/ 0 h 382"/>
              <a:gd name="p0x1" fmla="*/ 7460 w 7520"/>
              <a:gd name="p0y1" fmla="*/ 0 h 382"/>
              <a:gd name="p0x2" fmla="*/ 7493 w 7520"/>
              <a:gd name="p0y2" fmla="*/ 0 h 382"/>
              <a:gd name="p0x3" fmla="*/ 7520 w 7520"/>
              <a:gd name="p0y3" fmla="*/ 26 h 382"/>
              <a:gd name="p0x4" fmla="*/ 7520 w 7520"/>
              <a:gd name="p0y4" fmla="*/ 60 h 382"/>
              <a:gd name="p0x5" fmla="*/ 7520 w 7520"/>
              <a:gd name="p0y5" fmla="*/ 322 h 382"/>
              <a:gd name="p0x6" fmla="*/ 7520 w 7520"/>
              <a:gd name="p0y6" fmla="*/ 355 h 382"/>
              <a:gd name="p0x7" fmla="*/ 7493 w 7520"/>
              <a:gd name="p0y7" fmla="*/ 382 h 382"/>
              <a:gd name="p0x8" fmla="*/ 7460 w 7520"/>
              <a:gd name="p0y8" fmla="*/ 382 h 382"/>
              <a:gd name="p0x9" fmla="*/ 60 w 7520"/>
              <a:gd name="p0y9" fmla="*/ 382 h 382"/>
              <a:gd name="p0x10" fmla="*/ 26 w 7520"/>
              <a:gd name="p0y10" fmla="*/ 382 h 382"/>
              <a:gd name="p0x11" fmla="*/ 0 w 7520"/>
              <a:gd name="p0y11" fmla="*/ 355 h 382"/>
              <a:gd name="p0x12" fmla="*/ 0 w 7520"/>
              <a:gd name="p0y12" fmla="*/ 322 h 382"/>
              <a:gd name="p0x13" fmla="*/ 0 w 7520"/>
              <a:gd name="p0y13" fmla="*/ 60 h 382"/>
              <a:gd name="p0x14" fmla="*/ 0 w 7520"/>
              <a:gd name="p0y14" fmla="*/ 26 h 382"/>
              <a:gd name="p0x15" fmla="*/ 26 w 7520"/>
              <a:gd name="p0y15" fmla="*/ 0 h 382"/>
              <a:gd name="p0x16" fmla="*/ 60 w 7520"/>
              <a:gd name="p0y16" fmla="*/ 0 h 382"/>
            </a:gdLst>
            <a:ahLst/>
            <a:cxnLst/>
            <a:pathLst>
              <a:path w="7520" h="382">
                <a:moveTo>
                  <a:pt x="60" y="0"/>
                </a:moveTo>
                <a:lnTo>
                  <a:pt x="7460" y="0"/>
                </a:lnTo>
                <a:cubicBezTo>
                  <a:pt x="7493" y="0"/>
                  <a:pt x="7520" y="27"/>
                  <a:pt x="7520" y="60"/>
                </a:cubicBezTo>
                <a:lnTo>
                  <a:pt x="7520" y="322"/>
                </a:lnTo>
                <a:cubicBezTo>
                  <a:pt x="7520" y="355"/>
                  <a:pt x="7493" y="382"/>
                  <a:pt x="7460" y="382"/>
                </a:cubicBezTo>
                <a:lnTo>
                  <a:pt x="60" y="382"/>
                </a:lnTo>
                <a:cubicBezTo>
                  <a:pt x="27" y="382"/>
                  <a:pt x="0" y="355"/>
                  <a:pt x="0" y="322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55"/>
            </p:custDataLst>
          </p:nvPr>
        </p:nvSpPr>
        <p:spPr>
          <a:xfrm>
            <a:off x="809625" y="5823137"/>
            <a:ext cx="4921453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可手动封禁</a:t>
            </a:r>
            <a:r>
              <a:rPr lang="en-US" alt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解封用户，封禁时</a:t>
            </a:r>
            <a:r>
              <a:rPr lang="en-US" alt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banned_until = now + 7</a:t>
            </a: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天</a:t>
            </a:r>
            <a:r>
              <a:rPr lang="en-US" alt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, cancel_count = 3</a:t>
            </a:r>
            <a:endParaRPr lang="en-US" altLang="zh-CN" sz="105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56"/>
            </p:custDataLst>
          </p:nvPr>
        </p:nvSpPr>
        <p:spPr>
          <a:xfrm>
            <a:off x="6017895" y="1017905"/>
            <a:ext cx="5597525" cy="2626995"/>
          </a:xfrm>
          <a:custGeom>
            <a:avLst/>
            <a:gdLst>
              <a:gd name="sw" fmla="*/ 1 w 8814"/>
              <a:gd name="sh" fmla="*/ 1 h 4137"/>
              <a:gd name="mins" fmla="min sw sh"/>
              <a:gd name="dsw" fmla="+- 0 sw mins"/>
              <a:gd name="dsh" fmla="+- 0 sh mins"/>
              <a:gd name="p0x0" fmla="*/ 150 w 8814"/>
              <a:gd name="p0y0" fmla="*/ 0 h 4137"/>
              <a:gd name="p0x1" fmla="*/ 8664 w 8814"/>
              <a:gd name="p0y1" fmla="*/ 0 h 4137"/>
              <a:gd name="p0x2" fmla="*/ 8747 w 8814"/>
              <a:gd name="p0y2" fmla="*/ 0 h 4137"/>
              <a:gd name="p0x3" fmla="*/ 8814 w 8814"/>
              <a:gd name="p0y3" fmla="*/ 67 h 4137"/>
              <a:gd name="p0x4" fmla="*/ 8814 w 8814"/>
              <a:gd name="p0y4" fmla="*/ 150 h 4137"/>
              <a:gd name="p0x5" fmla="*/ 8814 w 8814"/>
              <a:gd name="p0y5" fmla="*/ 3987 h 4137"/>
              <a:gd name="p0x6" fmla="*/ 8814 w 8814"/>
              <a:gd name="p0y6" fmla="*/ 4069 h 4137"/>
              <a:gd name="p0x7" fmla="*/ 8747 w 8814"/>
              <a:gd name="p0y7" fmla="*/ 4137 h 4137"/>
              <a:gd name="p0x8" fmla="*/ 8664 w 8814"/>
              <a:gd name="p0y8" fmla="*/ 4137 h 4137"/>
              <a:gd name="p0x9" fmla="*/ 150 w 8814"/>
              <a:gd name="p0y9" fmla="*/ 4137 h 4137"/>
              <a:gd name="p0x10" fmla="*/ 67 w 8814"/>
              <a:gd name="p0y10" fmla="*/ 4137 h 4137"/>
              <a:gd name="p0x11" fmla="*/ 0 w 8814"/>
              <a:gd name="p0y11" fmla="*/ 4069 h 4137"/>
              <a:gd name="p0x12" fmla="*/ 0 w 8814"/>
              <a:gd name="p0y12" fmla="*/ 3987 h 4137"/>
              <a:gd name="p0x13" fmla="*/ 0 w 8814"/>
              <a:gd name="p0y13" fmla="*/ 150 h 4137"/>
              <a:gd name="p0x14" fmla="*/ 0 w 8814"/>
              <a:gd name="p0y14" fmla="*/ 67 h 4137"/>
              <a:gd name="p0x15" fmla="*/ 67 w 8814"/>
              <a:gd name="p0y15" fmla="*/ 0 h 4137"/>
              <a:gd name="p0x16" fmla="*/ 150 w 8814"/>
              <a:gd name="p0y16" fmla="*/ 0 h 41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任意多边形 52"/>
          <p:cNvSpPr/>
          <p:nvPr>
            <p:custDataLst>
              <p:tags r:id="rId57"/>
            </p:custDataLst>
          </p:nvPr>
        </p:nvSpPr>
        <p:spPr>
          <a:xfrm>
            <a:off x="6213475" y="121285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150 w 495"/>
              <a:gd name="p0y0" fmla="*/ 0 h 495"/>
              <a:gd name="p0x1" fmla="*/ 345 w 495"/>
              <a:gd name="p0y1" fmla="*/ 0 h 495"/>
              <a:gd name="p0x2" fmla="*/ 427 w 495"/>
              <a:gd name="p0y2" fmla="*/ 0 h 495"/>
              <a:gd name="p0x3" fmla="*/ 495 w 495"/>
              <a:gd name="p0y3" fmla="*/ 67 h 495"/>
              <a:gd name="p0x4" fmla="*/ 495 w 495"/>
              <a:gd name="p0y4" fmla="*/ 150 h 495"/>
              <a:gd name="p0x5" fmla="*/ 495 w 495"/>
              <a:gd name="p0y5" fmla="*/ 345 h 495"/>
              <a:gd name="p0x6" fmla="*/ 495 w 495"/>
              <a:gd name="p0y6" fmla="*/ 427 h 495"/>
              <a:gd name="p0x7" fmla="*/ 427 w 495"/>
              <a:gd name="p0y7" fmla="*/ 495 h 495"/>
              <a:gd name="p0x8" fmla="*/ 345 w 495"/>
              <a:gd name="p0y8" fmla="*/ 495 h 495"/>
              <a:gd name="p0x9" fmla="*/ 150 w 495"/>
              <a:gd name="p0y9" fmla="*/ 495 h 495"/>
              <a:gd name="p0x10" fmla="*/ 67 w 495"/>
              <a:gd name="p0y10" fmla="*/ 495 h 495"/>
              <a:gd name="p0x11" fmla="*/ 0 w 495"/>
              <a:gd name="p0y11" fmla="*/ 427 h 495"/>
              <a:gd name="p0x12" fmla="*/ 0 w 495"/>
              <a:gd name="p0y12" fmla="*/ 345 h 495"/>
              <a:gd name="p0x13" fmla="*/ 0 w 495"/>
              <a:gd name="p0y13" fmla="*/ 150 h 495"/>
              <a:gd name="p0x14" fmla="*/ 0 w 495"/>
              <a:gd name="p0y14" fmla="*/ 67 h 495"/>
              <a:gd name="p0x15" fmla="*/ 67 w 495"/>
              <a:gd name="p0y15" fmla="*/ 0 h 495"/>
              <a:gd name="p0x16" fmla="*/ 150 w 495"/>
              <a:gd name="p0y16" fmla="*/ 0 h 4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4" name="图片 53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6261100" y="1241425"/>
            <a:ext cx="219075" cy="252730"/>
          </a:xfrm>
          <a:prstGeom prst="rect">
            <a:avLst/>
          </a:prstGeom>
        </p:spPr>
      </p:pic>
      <p:sp>
        <p:nvSpPr>
          <p:cNvPr id="55" name="文本框 54"/>
          <p:cNvSpPr txBox="1"/>
          <p:nvPr>
            <p:custDataLst>
              <p:tags r:id="rId61"/>
            </p:custDataLst>
          </p:nvPr>
        </p:nvSpPr>
        <p:spPr>
          <a:xfrm>
            <a:off x="6604244" y="1256300"/>
            <a:ext cx="1266901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并发库存控制</a:t>
            </a:r>
            <a:endParaRPr sz="1425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62"/>
            </p:custDataLst>
          </p:nvPr>
        </p:nvSpPr>
        <p:spPr>
          <a:xfrm>
            <a:off x="6213720" y="1603991"/>
            <a:ext cx="520675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 b="1" spc="63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预订流程（悲观锁</a:t>
            </a:r>
            <a:r>
              <a:rPr lang="en-US" altLang="zh-CN" sz="1050" b="1" spc="63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PESSIMISTIC_WRITE</a:t>
            </a:r>
            <a:r>
              <a:rPr lang="zh-CN" altLang="en-US" sz="1050" b="1" spc="63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）</a:t>
            </a:r>
            <a:endParaRPr lang="zh-CN" altLang="en-US" sz="1050" b="1" spc="63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63"/>
            </p:custDataLst>
          </p:nvPr>
        </p:nvSpPr>
        <p:spPr>
          <a:xfrm>
            <a:off x="6213475" y="1818005"/>
            <a:ext cx="1273175" cy="861695"/>
          </a:xfrm>
          <a:custGeom>
            <a:avLst/>
            <a:gdLst>
              <a:gd name="sw" fmla="*/ 1 w 2004"/>
              <a:gd name="sh" fmla="*/ 1 h 1357"/>
              <a:gd name="mins" fmla="min sw sh"/>
              <a:gd name="dsw" fmla="+- 0 sw mins"/>
              <a:gd name="dsh" fmla="+- 0 sh mins"/>
              <a:gd name="p0x0" fmla="*/ 60 w 2004"/>
              <a:gd name="p0y0" fmla="*/ 0 h 1357"/>
              <a:gd name="p0x1" fmla="*/ 1944 w 2004"/>
              <a:gd name="p0y1" fmla="*/ 0 h 1357"/>
              <a:gd name="p0x2" fmla="*/ 1978 w 2004"/>
              <a:gd name="p0y2" fmla="*/ 0 h 1357"/>
              <a:gd name="p0x3" fmla="*/ 2004 w 2004"/>
              <a:gd name="p0y3" fmla="*/ 26 h 1357"/>
              <a:gd name="p0x4" fmla="*/ 2004 w 2004"/>
              <a:gd name="p0y4" fmla="*/ 60 h 1357"/>
              <a:gd name="p0x5" fmla="*/ 2004 w 2004"/>
              <a:gd name="p0y5" fmla="*/ 1297 h 1357"/>
              <a:gd name="p0x6" fmla="*/ 2004 w 2004"/>
              <a:gd name="p0y6" fmla="*/ 1330 h 1357"/>
              <a:gd name="p0x7" fmla="*/ 1978 w 2004"/>
              <a:gd name="p0y7" fmla="*/ 1357 h 1357"/>
              <a:gd name="p0x8" fmla="*/ 1944 w 2004"/>
              <a:gd name="p0y8" fmla="*/ 1357 h 1357"/>
              <a:gd name="p0x9" fmla="*/ 60 w 2004"/>
              <a:gd name="p0y9" fmla="*/ 1357 h 1357"/>
              <a:gd name="p0x10" fmla="*/ 26 w 2004"/>
              <a:gd name="p0y10" fmla="*/ 1357 h 1357"/>
              <a:gd name="p0x11" fmla="*/ 0 w 2004"/>
              <a:gd name="p0y11" fmla="*/ 1330 h 1357"/>
              <a:gd name="p0x12" fmla="*/ 0 w 2004"/>
              <a:gd name="p0y12" fmla="*/ 1297 h 1357"/>
              <a:gd name="p0x13" fmla="*/ 0 w 2004"/>
              <a:gd name="p0y13" fmla="*/ 60 h 1357"/>
              <a:gd name="p0x14" fmla="*/ 0 w 2004"/>
              <a:gd name="p0y14" fmla="*/ 26 h 1357"/>
              <a:gd name="p0x15" fmla="*/ 26 w 2004"/>
              <a:gd name="p0y15" fmla="*/ 0 h 1357"/>
              <a:gd name="p0x16" fmla="*/ 60 w 2004"/>
              <a:gd name="p0y16" fmla="*/ 0 h 1357"/>
            </a:gdLst>
            <a:ahLst/>
            <a:cxnLst/>
            <a:pathLst>
              <a:path w="2005" h="1357">
                <a:moveTo>
                  <a:pt x="60" y="0"/>
                </a:moveTo>
                <a:lnTo>
                  <a:pt x="1945" y="0"/>
                </a:lnTo>
                <a:cubicBezTo>
                  <a:pt x="1978" y="0"/>
                  <a:pt x="2005" y="27"/>
                  <a:pt x="2005" y="60"/>
                </a:cubicBezTo>
                <a:lnTo>
                  <a:pt x="2005" y="1297"/>
                </a:lnTo>
                <a:cubicBezTo>
                  <a:pt x="2005" y="1330"/>
                  <a:pt x="1978" y="1357"/>
                  <a:pt x="1945" y="1357"/>
                </a:cubicBezTo>
                <a:lnTo>
                  <a:pt x="60" y="1357"/>
                </a:lnTo>
                <a:cubicBezTo>
                  <a:pt x="27" y="1357"/>
                  <a:pt x="0" y="1330"/>
                  <a:pt x="0" y="1297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8" name="任意多边形 57"/>
          <p:cNvSpPr/>
          <p:nvPr>
            <p:custDataLst>
              <p:tags r:id="rId64"/>
            </p:custDataLst>
          </p:nvPr>
        </p:nvSpPr>
        <p:spPr>
          <a:xfrm>
            <a:off x="6716395" y="18561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>
            <p:custDataLst>
              <p:tags r:id="rId65"/>
            </p:custDataLst>
          </p:nvPr>
        </p:nvSpPr>
        <p:spPr>
          <a:xfrm>
            <a:off x="6802707" y="1904981"/>
            <a:ext cx="247498" cy="1695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D59134"/>
                </a:solidFill>
                <a:latin typeface="MiSans" panose="00000500000000000000" charset="-122"/>
                <a:ea typeface="MiSans" panose="00000500000000000000" charset="-122"/>
              </a:rPr>
              <a:t>1</a:t>
            </a:r>
            <a:endParaRPr sz="1200" b="1">
              <a:solidFill>
                <a:srgbClr val="D59134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66"/>
            </p:custDataLst>
          </p:nvPr>
        </p:nvSpPr>
        <p:spPr>
          <a:xfrm>
            <a:off x="6290291" y="2134057"/>
            <a:ext cx="1119930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65405" algn="ctr">
              <a:lnSpc>
                <a:spcPct val="104000"/>
              </a:lnSpc>
            </a:pPr>
            <a:r>
              <a:rPr 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SELECT ... FOR UPDATE </a:t>
            </a:r>
            <a:r>
              <a:rPr 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锁定库存行</a:t>
            </a:r>
            <a:endParaRPr lang="zh-CN" sz="105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61" name="任意多边形 60"/>
          <p:cNvSpPr/>
          <p:nvPr>
            <p:custDataLst>
              <p:tags r:id="rId67"/>
            </p:custDataLst>
          </p:nvPr>
        </p:nvSpPr>
        <p:spPr>
          <a:xfrm>
            <a:off x="7524750" y="1818005"/>
            <a:ext cx="1273175" cy="861695"/>
          </a:xfrm>
          <a:custGeom>
            <a:avLst/>
            <a:gdLst>
              <a:gd name="sw" fmla="*/ 1 w 2004"/>
              <a:gd name="sh" fmla="*/ 1 h 1357"/>
              <a:gd name="mins" fmla="min sw sh"/>
              <a:gd name="dsw" fmla="+- 0 sw mins"/>
              <a:gd name="dsh" fmla="+- 0 sh mins"/>
              <a:gd name="p0x0" fmla="*/ 60 w 2004"/>
              <a:gd name="p0y0" fmla="*/ 0 h 1357"/>
              <a:gd name="p0x1" fmla="*/ 1944 w 2004"/>
              <a:gd name="p0y1" fmla="*/ 0 h 1357"/>
              <a:gd name="p0x2" fmla="*/ 1978 w 2004"/>
              <a:gd name="p0y2" fmla="*/ 0 h 1357"/>
              <a:gd name="p0x3" fmla="*/ 2004 w 2004"/>
              <a:gd name="p0y3" fmla="*/ 26 h 1357"/>
              <a:gd name="p0x4" fmla="*/ 2004 w 2004"/>
              <a:gd name="p0y4" fmla="*/ 60 h 1357"/>
              <a:gd name="p0x5" fmla="*/ 2004 w 2004"/>
              <a:gd name="p0y5" fmla="*/ 1297 h 1357"/>
              <a:gd name="p0x6" fmla="*/ 2004 w 2004"/>
              <a:gd name="p0y6" fmla="*/ 1330 h 1357"/>
              <a:gd name="p0x7" fmla="*/ 1978 w 2004"/>
              <a:gd name="p0y7" fmla="*/ 1357 h 1357"/>
              <a:gd name="p0x8" fmla="*/ 1944 w 2004"/>
              <a:gd name="p0y8" fmla="*/ 1357 h 1357"/>
              <a:gd name="p0x9" fmla="*/ 60 w 2004"/>
              <a:gd name="p0y9" fmla="*/ 1357 h 1357"/>
              <a:gd name="p0x10" fmla="*/ 26 w 2004"/>
              <a:gd name="p0y10" fmla="*/ 1357 h 1357"/>
              <a:gd name="p0x11" fmla="*/ 0 w 2004"/>
              <a:gd name="p0y11" fmla="*/ 1330 h 1357"/>
              <a:gd name="p0x12" fmla="*/ 0 w 2004"/>
              <a:gd name="p0y12" fmla="*/ 1297 h 1357"/>
              <a:gd name="p0x13" fmla="*/ 0 w 2004"/>
              <a:gd name="p0y13" fmla="*/ 60 h 1357"/>
              <a:gd name="p0x14" fmla="*/ 0 w 2004"/>
              <a:gd name="p0y14" fmla="*/ 26 h 1357"/>
              <a:gd name="p0x15" fmla="*/ 26 w 2004"/>
              <a:gd name="p0y15" fmla="*/ 0 h 1357"/>
              <a:gd name="p0x16" fmla="*/ 60 w 2004"/>
              <a:gd name="p0y16" fmla="*/ 0 h 13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>
            <p:custDataLst>
              <p:tags r:id="rId68"/>
            </p:custDataLst>
          </p:nvPr>
        </p:nvSpPr>
        <p:spPr>
          <a:xfrm>
            <a:off x="8027670" y="18561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>
            <p:custDataLst>
              <p:tags r:id="rId69"/>
            </p:custDataLst>
          </p:nvPr>
        </p:nvSpPr>
        <p:spPr>
          <a:xfrm>
            <a:off x="8113957" y="1904981"/>
            <a:ext cx="247498" cy="1695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D59134"/>
                </a:solidFill>
                <a:latin typeface="MiSans" panose="00000500000000000000" charset="-122"/>
                <a:ea typeface="MiSans" panose="00000500000000000000" charset="-122"/>
              </a:rPr>
              <a:t>2</a:t>
            </a:r>
            <a:endParaRPr sz="1200" b="1">
              <a:solidFill>
                <a:srgbClr val="D59134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70"/>
            </p:custDataLst>
          </p:nvPr>
        </p:nvSpPr>
        <p:spPr>
          <a:xfrm>
            <a:off x="7628106" y="2134057"/>
            <a:ext cx="1066876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逐日检查库存是否充足</a:t>
            </a:r>
            <a:endParaRPr sz="105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5" name="任意多边形 64"/>
          <p:cNvSpPr/>
          <p:nvPr>
            <p:custDataLst>
              <p:tags r:id="rId71"/>
            </p:custDataLst>
          </p:nvPr>
        </p:nvSpPr>
        <p:spPr>
          <a:xfrm>
            <a:off x="8836025" y="1818005"/>
            <a:ext cx="1273175" cy="861695"/>
          </a:xfrm>
          <a:custGeom>
            <a:avLst/>
            <a:gdLst>
              <a:gd name="sw" fmla="*/ 1 w 2004"/>
              <a:gd name="sh" fmla="*/ 1 h 1357"/>
              <a:gd name="mins" fmla="min sw sh"/>
              <a:gd name="dsw" fmla="+- 0 sw mins"/>
              <a:gd name="dsh" fmla="+- 0 sh mins"/>
              <a:gd name="p0x0" fmla="*/ 60 w 2004"/>
              <a:gd name="p0y0" fmla="*/ 0 h 1357"/>
              <a:gd name="p0x1" fmla="*/ 1944 w 2004"/>
              <a:gd name="p0y1" fmla="*/ 0 h 1357"/>
              <a:gd name="p0x2" fmla="*/ 1978 w 2004"/>
              <a:gd name="p0y2" fmla="*/ 0 h 1357"/>
              <a:gd name="p0x3" fmla="*/ 2004 w 2004"/>
              <a:gd name="p0y3" fmla="*/ 26 h 1357"/>
              <a:gd name="p0x4" fmla="*/ 2004 w 2004"/>
              <a:gd name="p0y4" fmla="*/ 60 h 1357"/>
              <a:gd name="p0x5" fmla="*/ 2004 w 2004"/>
              <a:gd name="p0y5" fmla="*/ 1297 h 1357"/>
              <a:gd name="p0x6" fmla="*/ 2004 w 2004"/>
              <a:gd name="p0y6" fmla="*/ 1330 h 1357"/>
              <a:gd name="p0x7" fmla="*/ 1978 w 2004"/>
              <a:gd name="p0y7" fmla="*/ 1357 h 1357"/>
              <a:gd name="p0x8" fmla="*/ 1944 w 2004"/>
              <a:gd name="p0y8" fmla="*/ 1357 h 1357"/>
              <a:gd name="p0x9" fmla="*/ 60 w 2004"/>
              <a:gd name="p0y9" fmla="*/ 1357 h 1357"/>
              <a:gd name="p0x10" fmla="*/ 26 w 2004"/>
              <a:gd name="p0y10" fmla="*/ 1357 h 1357"/>
              <a:gd name="p0x11" fmla="*/ 0 w 2004"/>
              <a:gd name="p0y11" fmla="*/ 1330 h 1357"/>
              <a:gd name="p0x12" fmla="*/ 0 w 2004"/>
              <a:gd name="p0y12" fmla="*/ 1297 h 1357"/>
              <a:gd name="p0x13" fmla="*/ 0 w 2004"/>
              <a:gd name="p0y13" fmla="*/ 60 h 1357"/>
              <a:gd name="p0x14" fmla="*/ 0 w 2004"/>
              <a:gd name="p0y14" fmla="*/ 26 h 1357"/>
              <a:gd name="p0x15" fmla="*/ 26 w 2004"/>
              <a:gd name="p0y15" fmla="*/ 0 h 1357"/>
              <a:gd name="p0x16" fmla="*/ 60 w 2004"/>
              <a:gd name="p0y16" fmla="*/ 0 h 13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任意多边形 65"/>
          <p:cNvSpPr/>
          <p:nvPr>
            <p:custDataLst>
              <p:tags r:id="rId72"/>
            </p:custDataLst>
          </p:nvPr>
        </p:nvSpPr>
        <p:spPr>
          <a:xfrm>
            <a:off x="9338945" y="18561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>
            <p:custDataLst>
              <p:tags r:id="rId73"/>
            </p:custDataLst>
          </p:nvPr>
        </p:nvSpPr>
        <p:spPr>
          <a:xfrm>
            <a:off x="9425207" y="1904981"/>
            <a:ext cx="247497" cy="1695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D59134"/>
                </a:solidFill>
                <a:latin typeface="MiSans" panose="00000500000000000000" charset="-122"/>
                <a:ea typeface="MiSans" panose="00000500000000000000" charset="-122"/>
              </a:rPr>
              <a:t>3</a:t>
            </a:r>
            <a:endParaRPr sz="1200" b="1">
              <a:solidFill>
                <a:srgbClr val="D59134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74"/>
            </p:custDataLst>
          </p:nvPr>
        </p:nvSpPr>
        <p:spPr>
          <a:xfrm>
            <a:off x="8921048" y="2134057"/>
            <a:ext cx="1103414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扣减库存</a:t>
            </a:r>
            <a:r>
              <a:rPr lang="en-US" alt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+ </a:t>
            </a: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生成订单</a:t>
            </a:r>
            <a:endParaRPr lang="zh-CN" altLang="en-US" sz="105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69" name="任意多边形 68"/>
          <p:cNvSpPr/>
          <p:nvPr>
            <p:custDataLst>
              <p:tags r:id="rId75"/>
            </p:custDataLst>
          </p:nvPr>
        </p:nvSpPr>
        <p:spPr>
          <a:xfrm>
            <a:off x="10147300" y="1818005"/>
            <a:ext cx="1273175" cy="861695"/>
          </a:xfrm>
          <a:custGeom>
            <a:avLst/>
            <a:gdLst>
              <a:gd name="sw" fmla="*/ 1 w 2004"/>
              <a:gd name="sh" fmla="*/ 1 h 1357"/>
              <a:gd name="mins" fmla="min sw sh"/>
              <a:gd name="dsw" fmla="+- 0 sw mins"/>
              <a:gd name="dsh" fmla="+- 0 sh mins"/>
              <a:gd name="p0x0" fmla="*/ 60 w 2004"/>
              <a:gd name="p0y0" fmla="*/ 0 h 1357"/>
              <a:gd name="p0x1" fmla="*/ 1944 w 2004"/>
              <a:gd name="p0y1" fmla="*/ 0 h 1357"/>
              <a:gd name="p0x2" fmla="*/ 1978 w 2004"/>
              <a:gd name="p0y2" fmla="*/ 0 h 1357"/>
              <a:gd name="p0x3" fmla="*/ 2004 w 2004"/>
              <a:gd name="p0y3" fmla="*/ 26 h 1357"/>
              <a:gd name="p0x4" fmla="*/ 2004 w 2004"/>
              <a:gd name="p0y4" fmla="*/ 60 h 1357"/>
              <a:gd name="p0x5" fmla="*/ 2004 w 2004"/>
              <a:gd name="p0y5" fmla="*/ 1297 h 1357"/>
              <a:gd name="p0x6" fmla="*/ 2004 w 2004"/>
              <a:gd name="p0y6" fmla="*/ 1330 h 1357"/>
              <a:gd name="p0x7" fmla="*/ 1978 w 2004"/>
              <a:gd name="p0y7" fmla="*/ 1357 h 1357"/>
              <a:gd name="p0x8" fmla="*/ 1944 w 2004"/>
              <a:gd name="p0y8" fmla="*/ 1357 h 1357"/>
              <a:gd name="p0x9" fmla="*/ 60 w 2004"/>
              <a:gd name="p0y9" fmla="*/ 1357 h 1357"/>
              <a:gd name="p0x10" fmla="*/ 26 w 2004"/>
              <a:gd name="p0y10" fmla="*/ 1357 h 1357"/>
              <a:gd name="p0x11" fmla="*/ 0 w 2004"/>
              <a:gd name="p0y11" fmla="*/ 1330 h 1357"/>
              <a:gd name="p0x12" fmla="*/ 0 w 2004"/>
              <a:gd name="p0y12" fmla="*/ 1297 h 1357"/>
              <a:gd name="p0x13" fmla="*/ 0 w 2004"/>
              <a:gd name="p0y13" fmla="*/ 60 h 1357"/>
              <a:gd name="p0x14" fmla="*/ 0 w 2004"/>
              <a:gd name="p0y14" fmla="*/ 26 h 1357"/>
              <a:gd name="p0x15" fmla="*/ 26 w 2004"/>
              <a:gd name="p0y15" fmla="*/ 0 h 1357"/>
              <a:gd name="p0x16" fmla="*/ 60 w 2004"/>
              <a:gd name="p0y16" fmla="*/ 0 h 1357"/>
            </a:gdLst>
            <a:ahLst/>
            <a:cxnLst/>
            <a:pathLst>
              <a:path w="2005" h="1357">
                <a:moveTo>
                  <a:pt x="60" y="0"/>
                </a:moveTo>
                <a:lnTo>
                  <a:pt x="1945" y="0"/>
                </a:lnTo>
                <a:cubicBezTo>
                  <a:pt x="1978" y="0"/>
                  <a:pt x="2005" y="27"/>
                  <a:pt x="2005" y="60"/>
                </a:cubicBezTo>
                <a:lnTo>
                  <a:pt x="2005" y="1297"/>
                </a:lnTo>
                <a:cubicBezTo>
                  <a:pt x="2005" y="1330"/>
                  <a:pt x="1978" y="1357"/>
                  <a:pt x="1945" y="1357"/>
                </a:cubicBezTo>
                <a:lnTo>
                  <a:pt x="60" y="1357"/>
                </a:lnTo>
                <a:cubicBezTo>
                  <a:pt x="27" y="1357"/>
                  <a:pt x="0" y="1330"/>
                  <a:pt x="0" y="1297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70" name="任意多边形 69"/>
          <p:cNvSpPr/>
          <p:nvPr>
            <p:custDataLst>
              <p:tags r:id="rId76"/>
            </p:custDataLst>
          </p:nvPr>
        </p:nvSpPr>
        <p:spPr>
          <a:xfrm>
            <a:off x="10650220" y="18561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77"/>
            </p:custDataLst>
          </p:nvPr>
        </p:nvSpPr>
        <p:spPr>
          <a:xfrm>
            <a:off x="10736456" y="1904981"/>
            <a:ext cx="247497" cy="1695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D59134"/>
                </a:solidFill>
                <a:latin typeface="MiSans" panose="00000500000000000000" charset="-122"/>
                <a:ea typeface="MiSans" panose="00000500000000000000" charset="-122"/>
              </a:rPr>
              <a:t>4</a:t>
            </a:r>
            <a:endParaRPr sz="1200" b="1">
              <a:solidFill>
                <a:srgbClr val="D59134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78"/>
            </p:custDataLst>
          </p:nvPr>
        </p:nvSpPr>
        <p:spPr>
          <a:xfrm>
            <a:off x="10214810" y="2134057"/>
            <a:ext cx="1138457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COMMIT </a:t>
            </a:r>
            <a:r>
              <a:rPr 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释放锁</a:t>
            </a:r>
            <a:endParaRPr lang="zh-CN" sz="105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79"/>
            </p:custDataLst>
          </p:nvPr>
        </p:nvSpPr>
        <p:spPr>
          <a:xfrm>
            <a:off x="6213720" y="2756516"/>
            <a:ext cx="520675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事务管理</a:t>
            </a:r>
            <a:endParaRPr sz="1050" b="1" spc="63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74" name="任意多边形 73"/>
          <p:cNvSpPr/>
          <p:nvPr>
            <p:custDataLst>
              <p:tags r:id="rId80"/>
            </p:custDataLst>
          </p:nvPr>
        </p:nvSpPr>
        <p:spPr>
          <a:xfrm>
            <a:off x="6213475" y="2970530"/>
            <a:ext cx="5207000" cy="242570"/>
          </a:xfrm>
          <a:custGeom>
            <a:avLst/>
            <a:gdLst>
              <a:gd name="sw" fmla="*/ 1 w 8199"/>
              <a:gd name="sh" fmla="*/ 1 h 382"/>
              <a:gd name="mins" fmla="min sw sh"/>
              <a:gd name="dsw" fmla="+- 0 sw mins"/>
              <a:gd name="dsh" fmla="+- 0 sh mins"/>
              <a:gd name="p0x0" fmla="*/ 60 w 8199"/>
              <a:gd name="p0y0" fmla="*/ 0 h 382"/>
              <a:gd name="p0x1" fmla="*/ 8139 w 8199"/>
              <a:gd name="p0y1" fmla="*/ 0 h 382"/>
              <a:gd name="p0x2" fmla="*/ 8172 w 8199"/>
              <a:gd name="p0y2" fmla="*/ 0 h 382"/>
              <a:gd name="p0x3" fmla="*/ 8199 w 8199"/>
              <a:gd name="p0y3" fmla="*/ 26 h 382"/>
              <a:gd name="p0x4" fmla="*/ 8199 w 8199"/>
              <a:gd name="p0y4" fmla="*/ 60 h 382"/>
              <a:gd name="p0x5" fmla="*/ 8199 w 8199"/>
              <a:gd name="p0y5" fmla="*/ 322 h 382"/>
              <a:gd name="p0x6" fmla="*/ 8199 w 8199"/>
              <a:gd name="p0y6" fmla="*/ 355 h 382"/>
              <a:gd name="p0x7" fmla="*/ 8172 w 8199"/>
              <a:gd name="p0y7" fmla="*/ 382 h 382"/>
              <a:gd name="p0x8" fmla="*/ 8139 w 8199"/>
              <a:gd name="p0y8" fmla="*/ 382 h 382"/>
              <a:gd name="p0x9" fmla="*/ 60 w 8199"/>
              <a:gd name="p0y9" fmla="*/ 382 h 382"/>
              <a:gd name="p0x10" fmla="*/ 26 w 8199"/>
              <a:gd name="p0y10" fmla="*/ 382 h 382"/>
              <a:gd name="p0x11" fmla="*/ 0 w 8199"/>
              <a:gd name="p0y11" fmla="*/ 355 h 382"/>
              <a:gd name="p0x12" fmla="*/ 0 w 8199"/>
              <a:gd name="p0y12" fmla="*/ 322 h 382"/>
              <a:gd name="p0x13" fmla="*/ 0 w 8199"/>
              <a:gd name="p0y13" fmla="*/ 60 h 382"/>
              <a:gd name="p0x14" fmla="*/ 0 w 8199"/>
              <a:gd name="p0y14" fmla="*/ 26 h 382"/>
              <a:gd name="p0x15" fmla="*/ 26 w 8199"/>
              <a:gd name="p0y15" fmla="*/ 0 h 382"/>
              <a:gd name="p0x16" fmla="*/ 60 w 8199"/>
              <a:gd name="p0y16" fmla="*/ 0 h 382"/>
            </a:gdLst>
            <a:ahLst/>
            <a:cxnLst/>
            <a:pathLst>
              <a:path w="8200" h="382">
                <a:moveTo>
                  <a:pt x="60" y="0"/>
                </a:moveTo>
                <a:lnTo>
                  <a:pt x="8140" y="0"/>
                </a:lnTo>
                <a:cubicBezTo>
                  <a:pt x="8173" y="0"/>
                  <a:pt x="8200" y="27"/>
                  <a:pt x="8200" y="60"/>
                </a:cubicBezTo>
                <a:lnTo>
                  <a:pt x="8200" y="322"/>
                </a:lnTo>
                <a:cubicBezTo>
                  <a:pt x="8200" y="355"/>
                  <a:pt x="8173" y="382"/>
                  <a:pt x="8140" y="382"/>
                </a:cubicBezTo>
                <a:lnTo>
                  <a:pt x="60" y="382"/>
                </a:lnTo>
                <a:cubicBezTo>
                  <a:pt x="27" y="382"/>
                  <a:pt x="0" y="355"/>
                  <a:pt x="0" y="322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>
            <p:custDataLst>
              <p:tags r:id="rId81"/>
            </p:custDataLst>
          </p:nvPr>
        </p:nvSpPr>
        <p:spPr>
          <a:xfrm>
            <a:off x="6251820" y="3000832"/>
            <a:ext cx="5130555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@Transactional </a:t>
            </a:r>
            <a:r>
              <a:rPr 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保证预订、取消、支付操作的原子性，失败自动回滚</a:t>
            </a:r>
            <a:endParaRPr lang="zh-CN" sz="105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77" name="任意多边形 76"/>
          <p:cNvSpPr/>
          <p:nvPr>
            <p:custDataLst>
              <p:tags r:id="rId82"/>
            </p:custDataLst>
          </p:nvPr>
        </p:nvSpPr>
        <p:spPr>
          <a:xfrm>
            <a:off x="6017895" y="3844925"/>
            <a:ext cx="5597525" cy="2626995"/>
          </a:xfrm>
          <a:custGeom>
            <a:avLst/>
            <a:gdLst>
              <a:gd name="sw" fmla="*/ 1 w 8814"/>
              <a:gd name="sh" fmla="*/ 1 h 4137"/>
              <a:gd name="mins" fmla="min sw sh"/>
              <a:gd name="dsw" fmla="+- 0 sw mins"/>
              <a:gd name="dsh" fmla="+- 0 sh mins"/>
              <a:gd name="p0x0" fmla="*/ 150 w 8814"/>
              <a:gd name="p0y0" fmla="*/ 0 h 4137"/>
              <a:gd name="p0x1" fmla="*/ 8664 w 8814"/>
              <a:gd name="p0y1" fmla="*/ 0 h 4137"/>
              <a:gd name="p0x2" fmla="*/ 8747 w 8814"/>
              <a:gd name="p0y2" fmla="*/ 0 h 4137"/>
              <a:gd name="p0x3" fmla="*/ 8814 w 8814"/>
              <a:gd name="p0y3" fmla="*/ 67 h 4137"/>
              <a:gd name="p0x4" fmla="*/ 8814 w 8814"/>
              <a:gd name="p0y4" fmla="*/ 150 h 4137"/>
              <a:gd name="p0x5" fmla="*/ 8814 w 8814"/>
              <a:gd name="p0y5" fmla="*/ 3987 h 4137"/>
              <a:gd name="p0x6" fmla="*/ 8814 w 8814"/>
              <a:gd name="p0y6" fmla="*/ 4069 h 4137"/>
              <a:gd name="p0x7" fmla="*/ 8747 w 8814"/>
              <a:gd name="p0y7" fmla="*/ 4137 h 4137"/>
              <a:gd name="p0x8" fmla="*/ 8664 w 8814"/>
              <a:gd name="p0y8" fmla="*/ 4137 h 4137"/>
              <a:gd name="p0x9" fmla="*/ 150 w 8814"/>
              <a:gd name="p0y9" fmla="*/ 4137 h 4137"/>
              <a:gd name="p0x10" fmla="*/ 67 w 8814"/>
              <a:gd name="p0y10" fmla="*/ 4137 h 4137"/>
              <a:gd name="p0x11" fmla="*/ 0 w 8814"/>
              <a:gd name="p0y11" fmla="*/ 4069 h 4137"/>
              <a:gd name="p0x12" fmla="*/ 0 w 8814"/>
              <a:gd name="p0y12" fmla="*/ 3987 h 4137"/>
              <a:gd name="p0x13" fmla="*/ 0 w 8814"/>
              <a:gd name="p0y13" fmla="*/ 150 h 4137"/>
              <a:gd name="p0x14" fmla="*/ 0 w 8814"/>
              <a:gd name="p0y14" fmla="*/ 67 h 4137"/>
              <a:gd name="p0x15" fmla="*/ 67 w 8814"/>
              <a:gd name="p0y15" fmla="*/ 0 h 4137"/>
              <a:gd name="p0x16" fmla="*/ 150 w 8814"/>
              <a:gd name="p0y16" fmla="*/ 0 h 41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任意多边形 77"/>
          <p:cNvSpPr/>
          <p:nvPr>
            <p:custDataLst>
              <p:tags r:id="rId83"/>
            </p:custDataLst>
          </p:nvPr>
        </p:nvSpPr>
        <p:spPr>
          <a:xfrm>
            <a:off x="6213475" y="4040505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150 w 495"/>
              <a:gd name="p0y0" fmla="*/ 0 h 495"/>
              <a:gd name="p0x1" fmla="*/ 345 w 495"/>
              <a:gd name="p0y1" fmla="*/ 0 h 495"/>
              <a:gd name="p0x2" fmla="*/ 427 w 495"/>
              <a:gd name="p0y2" fmla="*/ 0 h 495"/>
              <a:gd name="p0x3" fmla="*/ 495 w 495"/>
              <a:gd name="p0y3" fmla="*/ 67 h 495"/>
              <a:gd name="p0x4" fmla="*/ 495 w 495"/>
              <a:gd name="p0y4" fmla="*/ 150 h 495"/>
              <a:gd name="p0x5" fmla="*/ 495 w 495"/>
              <a:gd name="p0y5" fmla="*/ 345 h 495"/>
              <a:gd name="p0x6" fmla="*/ 495 w 495"/>
              <a:gd name="p0y6" fmla="*/ 427 h 495"/>
              <a:gd name="p0x7" fmla="*/ 427 w 495"/>
              <a:gd name="p0y7" fmla="*/ 495 h 495"/>
              <a:gd name="p0x8" fmla="*/ 345 w 495"/>
              <a:gd name="p0y8" fmla="*/ 495 h 495"/>
              <a:gd name="p0x9" fmla="*/ 150 w 495"/>
              <a:gd name="p0y9" fmla="*/ 495 h 495"/>
              <a:gd name="p0x10" fmla="*/ 67 w 495"/>
              <a:gd name="p0y10" fmla="*/ 495 h 495"/>
              <a:gd name="p0x11" fmla="*/ 0 w 495"/>
              <a:gd name="p0y11" fmla="*/ 427 h 495"/>
              <a:gd name="p0x12" fmla="*/ 0 w 495"/>
              <a:gd name="p0y12" fmla="*/ 345 h 495"/>
              <a:gd name="p0x13" fmla="*/ 0 w 495"/>
              <a:gd name="p0y13" fmla="*/ 150 h 495"/>
              <a:gd name="p0x14" fmla="*/ 0 w 495"/>
              <a:gd name="p0y14" fmla="*/ 67 h 495"/>
              <a:gd name="p0x15" fmla="*/ 67 w 495"/>
              <a:gd name="p0y15" fmla="*/ 0 h 495"/>
              <a:gd name="p0x16" fmla="*/ 150 w 495"/>
              <a:gd name="p0y16" fmla="*/ 0 h 4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9" name="图片 78"/>
          <p:cNvPicPr>
            <a:picLocks noChangeAspect="1"/>
          </p:cNvPicPr>
          <p:nvPr>
            <p:custDataLst>
              <p:tags r:id="rId84"/>
            </p:custDataLst>
          </p:nvPr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6246495" y="4069080"/>
            <a:ext cx="247650" cy="252095"/>
          </a:xfrm>
          <a:prstGeom prst="rect">
            <a:avLst/>
          </a:prstGeom>
        </p:spPr>
      </p:pic>
      <p:sp>
        <p:nvSpPr>
          <p:cNvPr id="80" name="文本框 79"/>
          <p:cNvSpPr txBox="1"/>
          <p:nvPr>
            <p:custDataLst>
              <p:tags r:id="rId87"/>
            </p:custDataLst>
          </p:nvPr>
        </p:nvSpPr>
        <p:spPr>
          <a:xfrm>
            <a:off x="6604244" y="4083367"/>
            <a:ext cx="1266901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库存自动补齐</a:t>
            </a:r>
            <a:endParaRPr sz="1425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1" name="任意多边形 80"/>
          <p:cNvSpPr/>
          <p:nvPr>
            <p:custDataLst>
              <p:tags r:id="rId88"/>
            </p:custDataLst>
          </p:nvPr>
        </p:nvSpPr>
        <p:spPr>
          <a:xfrm>
            <a:off x="6213475" y="4431030"/>
            <a:ext cx="2565400" cy="866775"/>
          </a:xfrm>
          <a:custGeom>
            <a:avLst/>
            <a:gdLst>
              <a:gd name="sw" fmla="*/ 1 w 4039"/>
              <a:gd name="sh" fmla="*/ 1 h 1365"/>
              <a:gd name="mins" fmla="min sw sh"/>
              <a:gd name="dsw" fmla="+- 0 sw mins"/>
              <a:gd name="dsh" fmla="+- 0 sh mins"/>
              <a:gd name="p0x0" fmla="*/ 150 w 4039"/>
              <a:gd name="p0y0" fmla="*/ 0 h 1365"/>
              <a:gd name="p0x1" fmla="*/ 3889 w 4039"/>
              <a:gd name="p0y1" fmla="*/ 0 h 1365"/>
              <a:gd name="p0x2" fmla="*/ 3972 w 4039"/>
              <a:gd name="p0y2" fmla="*/ 0 h 1365"/>
              <a:gd name="p0x3" fmla="*/ 4039 w 4039"/>
              <a:gd name="p0y3" fmla="*/ 67 h 1365"/>
              <a:gd name="p0x4" fmla="*/ 4039 w 4039"/>
              <a:gd name="p0y4" fmla="*/ 150 h 1365"/>
              <a:gd name="p0x5" fmla="*/ 4039 w 4039"/>
              <a:gd name="p0y5" fmla="*/ 1215 h 1365"/>
              <a:gd name="p0x6" fmla="*/ 4039 w 4039"/>
              <a:gd name="p0y6" fmla="*/ 1297 h 1365"/>
              <a:gd name="p0x7" fmla="*/ 3972 w 4039"/>
              <a:gd name="p0y7" fmla="*/ 1365 h 1365"/>
              <a:gd name="p0x8" fmla="*/ 3889 w 4039"/>
              <a:gd name="p0y8" fmla="*/ 1365 h 1365"/>
              <a:gd name="p0x9" fmla="*/ 150 w 4039"/>
              <a:gd name="p0y9" fmla="*/ 1365 h 1365"/>
              <a:gd name="p0x10" fmla="*/ 67 w 4039"/>
              <a:gd name="p0y10" fmla="*/ 1365 h 1365"/>
              <a:gd name="p0x11" fmla="*/ 0 w 4039"/>
              <a:gd name="p0y11" fmla="*/ 1297 h 1365"/>
              <a:gd name="p0x12" fmla="*/ 0 w 4039"/>
              <a:gd name="p0y12" fmla="*/ 1215 h 1365"/>
              <a:gd name="p0x13" fmla="*/ 0 w 4039"/>
              <a:gd name="p0y13" fmla="*/ 150 h 1365"/>
              <a:gd name="p0x14" fmla="*/ 0 w 4039"/>
              <a:gd name="p0y14" fmla="*/ 67 h 1365"/>
              <a:gd name="p0x15" fmla="*/ 67 w 4039"/>
              <a:gd name="p0y15" fmla="*/ 0 h 1365"/>
              <a:gd name="p0x16" fmla="*/ 150 w 4039"/>
              <a:gd name="p0y16" fmla="*/ 0 h 1365"/>
            </a:gdLst>
            <a:ahLst/>
            <a:cxnLst/>
            <a:pathLst>
              <a:path w="4040" h="1365">
                <a:moveTo>
                  <a:pt x="150" y="0"/>
                </a:moveTo>
                <a:lnTo>
                  <a:pt x="3890" y="0"/>
                </a:lnTo>
                <a:cubicBezTo>
                  <a:pt x="3973" y="0"/>
                  <a:pt x="4040" y="67"/>
                  <a:pt x="4040" y="150"/>
                </a:cubicBezTo>
                <a:lnTo>
                  <a:pt x="4040" y="1215"/>
                </a:lnTo>
                <a:cubicBezTo>
                  <a:pt x="4040" y="1298"/>
                  <a:pt x="3973" y="1365"/>
                  <a:pt x="3890" y="1365"/>
                </a:cubicBezTo>
                <a:lnTo>
                  <a:pt x="150" y="1365"/>
                </a:lnTo>
                <a:cubicBezTo>
                  <a:pt x="67" y="1365"/>
                  <a:pt x="0" y="1298"/>
                  <a:pt x="0" y="1215"/>
                </a:cubicBezTo>
                <a:lnTo>
                  <a:pt x="0" y="150"/>
                </a:ln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82" name="图片 81"/>
          <p:cNvPicPr>
            <a:picLocks noChangeAspect="1"/>
          </p:cNvPicPr>
          <p:nvPr>
            <p:custDataLst>
              <p:tags r:id="rId89"/>
            </p:custDataLst>
          </p:nvPr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rcRect l="-3846" t="-5641" r="-3846" b="-5641"/>
          <a:stretch>
            <a:fillRect/>
          </a:stretch>
        </p:blipFill>
        <p:spPr>
          <a:xfrm>
            <a:off x="6306185" y="4523740"/>
            <a:ext cx="133350" cy="137795"/>
          </a:xfrm>
          <a:prstGeom prst="rect">
            <a:avLst/>
          </a:prstGeom>
        </p:spPr>
      </p:pic>
      <p:sp>
        <p:nvSpPr>
          <p:cNvPr id="83" name="文本框 82"/>
          <p:cNvSpPr txBox="1"/>
          <p:nvPr>
            <p:custDataLst>
              <p:tags r:id="rId92"/>
            </p:custDataLst>
          </p:nvPr>
        </p:nvSpPr>
        <p:spPr>
          <a:xfrm>
            <a:off x="6494707" y="4507259"/>
            <a:ext cx="12002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用户查询自动补齐</a:t>
            </a:r>
            <a:endParaRPr sz="10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4" name="文本框 83"/>
          <p:cNvSpPr txBox="1"/>
          <p:nvPr>
            <p:custDataLst>
              <p:tags r:id="rId93"/>
            </p:custDataLst>
          </p:nvPr>
        </p:nvSpPr>
        <p:spPr>
          <a:xfrm>
            <a:off x="6289920" y="4713475"/>
            <a:ext cx="2412873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用户查询未来日期</a:t>
            </a:r>
            <a:r>
              <a:rPr lang="en-US" alt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→ </a:t>
            </a: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缺失库存自动按</a:t>
            </a:r>
            <a:r>
              <a:rPr lang="en-US" alt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totalQuantity </a:t>
            </a: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初始化</a:t>
            </a:r>
            <a:r>
              <a:rPr lang="en-US" alt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→ </a:t>
            </a: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管理员端与用户端库存数据始终一致</a:t>
            </a:r>
            <a:endParaRPr lang="zh-CN" altLang="en-US" sz="105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85" name="任意多边形 84"/>
          <p:cNvSpPr/>
          <p:nvPr>
            <p:custDataLst>
              <p:tags r:id="rId94"/>
            </p:custDataLst>
          </p:nvPr>
        </p:nvSpPr>
        <p:spPr>
          <a:xfrm>
            <a:off x="8855075" y="4431030"/>
            <a:ext cx="2564765" cy="866775"/>
          </a:xfrm>
          <a:custGeom>
            <a:avLst/>
            <a:gdLst>
              <a:gd name="sw" fmla="*/ 1 w 4039"/>
              <a:gd name="sh" fmla="*/ 1 h 1365"/>
              <a:gd name="mins" fmla="min sw sh"/>
              <a:gd name="dsw" fmla="+- 0 sw mins"/>
              <a:gd name="dsh" fmla="+- 0 sh mins"/>
              <a:gd name="p0x0" fmla="*/ 150 w 4039"/>
              <a:gd name="p0y0" fmla="*/ 0 h 1365"/>
              <a:gd name="p0x1" fmla="*/ 3889 w 4039"/>
              <a:gd name="p0y1" fmla="*/ 0 h 1365"/>
              <a:gd name="p0x2" fmla="*/ 3972 w 4039"/>
              <a:gd name="p0y2" fmla="*/ 0 h 1365"/>
              <a:gd name="p0x3" fmla="*/ 4039 w 4039"/>
              <a:gd name="p0y3" fmla="*/ 67 h 1365"/>
              <a:gd name="p0x4" fmla="*/ 4039 w 4039"/>
              <a:gd name="p0y4" fmla="*/ 150 h 1365"/>
              <a:gd name="p0x5" fmla="*/ 4039 w 4039"/>
              <a:gd name="p0y5" fmla="*/ 1215 h 1365"/>
              <a:gd name="p0x6" fmla="*/ 4039 w 4039"/>
              <a:gd name="p0y6" fmla="*/ 1297 h 1365"/>
              <a:gd name="p0x7" fmla="*/ 3972 w 4039"/>
              <a:gd name="p0y7" fmla="*/ 1365 h 1365"/>
              <a:gd name="p0x8" fmla="*/ 3889 w 4039"/>
              <a:gd name="p0y8" fmla="*/ 1365 h 1365"/>
              <a:gd name="p0x9" fmla="*/ 150 w 4039"/>
              <a:gd name="p0y9" fmla="*/ 1365 h 1365"/>
              <a:gd name="p0x10" fmla="*/ 67 w 4039"/>
              <a:gd name="p0y10" fmla="*/ 1365 h 1365"/>
              <a:gd name="p0x11" fmla="*/ 0 w 4039"/>
              <a:gd name="p0y11" fmla="*/ 1297 h 1365"/>
              <a:gd name="p0x12" fmla="*/ 0 w 4039"/>
              <a:gd name="p0y12" fmla="*/ 1215 h 1365"/>
              <a:gd name="p0x13" fmla="*/ 0 w 4039"/>
              <a:gd name="p0y13" fmla="*/ 150 h 1365"/>
              <a:gd name="p0x14" fmla="*/ 0 w 4039"/>
              <a:gd name="p0y14" fmla="*/ 67 h 1365"/>
              <a:gd name="p0x15" fmla="*/ 67 w 4039"/>
              <a:gd name="p0y15" fmla="*/ 0 h 1365"/>
              <a:gd name="p0x16" fmla="*/ 150 w 4039"/>
              <a:gd name="p0y16" fmla="*/ 0 h 1365"/>
            </a:gdLst>
            <a:ahLst/>
            <a:cxnLst/>
            <a:pathLst>
              <a:path w="4039" h="1365">
                <a:moveTo>
                  <a:pt x="150" y="0"/>
                </a:moveTo>
                <a:lnTo>
                  <a:pt x="3889" y="0"/>
                </a:lnTo>
                <a:cubicBezTo>
                  <a:pt x="3972" y="0"/>
                  <a:pt x="4039" y="67"/>
                  <a:pt x="4039" y="150"/>
                </a:cubicBezTo>
                <a:lnTo>
                  <a:pt x="4039" y="1215"/>
                </a:lnTo>
                <a:cubicBezTo>
                  <a:pt x="4039" y="1298"/>
                  <a:pt x="3972" y="1365"/>
                  <a:pt x="3889" y="1365"/>
                </a:cubicBezTo>
                <a:lnTo>
                  <a:pt x="150" y="1365"/>
                </a:lnTo>
                <a:cubicBezTo>
                  <a:pt x="67" y="1365"/>
                  <a:pt x="0" y="1298"/>
                  <a:pt x="0" y="1215"/>
                </a:cubicBezTo>
                <a:lnTo>
                  <a:pt x="0" y="150"/>
                </a:ln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86" name="图片 85"/>
          <p:cNvPicPr>
            <a:picLocks noChangeAspect="1"/>
          </p:cNvPicPr>
          <p:nvPr>
            <p:custDataLst>
              <p:tags r:id="rId95"/>
            </p:custDataLst>
          </p:nvPr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rcRect l="-3846" t="-5641" r="-3846" b="-5641"/>
          <a:stretch>
            <a:fillRect/>
          </a:stretch>
        </p:blipFill>
        <p:spPr>
          <a:xfrm>
            <a:off x="8947785" y="4523740"/>
            <a:ext cx="133350" cy="137795"/>
          </a:xfrm>
          <a:prstGeom prst="rect">
            <a:avLst/>
          </a:prstGeom>
        </p:spPr>
      </p:pic>
      <p:sp>
        <p:nvSpPr>
          <p:cNvPr id="87" name="文本框 86"/>
          <p:cNvSpPr txBox="1"/>
          <p:nvPr>
            <p:custDataLst>
              <p:tags r:id="rId98"/>
            </p:custDataLst>
          </p:nvPr>
        </p:nvSpPr>
        <p:spPr>
          <a:xfrm>
            <a:off x="9136180" y="4507259"/>
            <a:ext cx="106687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新房型初始库存</a:t>
            </a:r>
            <a:endParaRPr sz="10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99"/>
            </p:custDataLst>
          </p:nvPr>
        </p:nvSpPr>
        <p:spPr>
          <a:xfrm>
            <a:off x="8931393" y="4713475"/>
            <a:ext cx="2412873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新房型自动生成</a:t>
            </a:r>
            <a:r>
              <a:rPr lang="en-US" altLang="zh-CN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60 </a:t>
            </a:r>
            <a:r>
              <a:rPr lang="zh-CN" altLang="en-US" sz="105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天初始库存</a:t>
            </a:r>
            <a:endParaRPr lang="zh-CN" altLang="en-US" sz="105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19100" y="287655"/>
            <a:ext cx="11353800" cy="3486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9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界面设计</a:t>
            </a:r>
            <a:endParaRPr sz="19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461645" y="802640"/>
            <a:ext cx="2695575" cy="2058035"/>
          </a:xfrm>
          <a:custGeom>
            <a:avLst/>
            <a:gdLst>
              <a:gd name="sw" fmla="*/ 1 w 4245"/>
              <a:gd name="sh" fmla="*/ 1 h 3241"/>
              <a:gd name="mins" fmla="min sw sh"/>
              <a:gd name="dsw" fmla="+- 0 sw mins"/>
              <a:gd name="dsh" fmla="+- 0 sh mins"/>
              <a:gd name="p0x0" fmla="*/ 150 w 4245"/>
              <a:gd name="p0y0" fmla="*/ 0 h 3241"/>
              <a:gd name="p0x1" fmla="*/ 4095 w 4245"/>
              <a:gd name="p0y1" fmla="*/ 0 h 3241"/>
              <a:gd name="p0x2" fmla="*/ 4177 w 4245"/>
              <a:gd name="p0y2" fmla="*/ 0 h 3241"/>
              <a:gd name="p0x3" fmla="*/ 4245 w 4245"/>
              <a:gd name="p0y3" fmla="*/ 67 h 3241"/>
              <a:gd name="p0x4" fmla="*/ 4245 w 4245"/>
              <a:gd name="p0y4" fmla="*/ 150 h 3241"/>
              <a:gd name="p0x5" fmla="*/ 4245 w 4245"/>
              <a:gd name="p0y5" fmla="*/ 3091 h 3241"/>
              <a:gd name="p0x6" fmla="*/ 4245 w 4245"/>
              <a:gd name="p0y6" fmla="*/ 3174 h 3241"/>
              <a:gd name="p0x7" fmla="*/ 4177 w 4245"/>
              <a:gd name="p0y7" fmla="*/ 3241 h 3241"/>
              <a:gd name="p0x8" fmla="*/ 4095 w 4245"/>
              <a:gd name="p0y8" fmla="*/ 3241 h 3241"/>
              <a:gd name="p0x9" fmla="*/ 150 w 4245"/>
              <a:gd name="p0y9" fmla="*/ 3241 h 3241"/>
              <a:gd name="p0x10" fmla="*/ 67 w 4245"/>
              <a:gd name="p0y10" fmla="*/ 3241 h 3241"/>
              <a:gd name="p0x11" fmla="*/ 0 w 4245"/>
              <a:gd name="p0y11" fmla="*/ 3174 h 3241"/>
              <a:gd name="p0x12" fmla="*/ 0 w 4245"/>
              <a:gd name="p0y12" fmla="*/ 3091 h 3241"/>
              <a:gd name="p0x13" fmla="*/ 0 w 4245"/>
              <a:gd name="p0y13" fmla="*/ 150 h 3241"/>
              <a:gd name="p0x14" fmla="*/ 0 w 4245"/>
              <a:gd name="p0y14" fmla="*/ 67 h 3241"/>
              <a:gd name="p0x15" fmla="*/ 67 w 4245"/>
              <a:gd name="p0y15" fmla="*/ 0 h 3241"/>
              <a:gd name="p0x16" fmla="*/ 150 w 4245"/>
              <a:gd name="p0y16" fmla="*/ 0 h 32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1600200" y="10947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941" t="-4314" r="-2941" b="-4314"/>
          <a:stretch>
            <a:fillRect/>
          </a:stretch>
        </p:blipFill>
        <p:spPr>
          <a:xfrm>
            <a:off x="1724025" y="1214120"/>
            <a:ext cx="171450" cy="1758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285875" y="1613935"/>
            <a:ext cx="1257300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暗色玻璃态</a:t>
            </a:r>
            <a:endParaRPr sz="16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816616" y="1918259"/>
            <a:ext cx="1986258" cy="6571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17000"/>
              </a:lnSpc>
            </a:pPr>
            <a:r>
              <a:rPr 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Glassmorphism </a:t>
            </a:r>
            <a:r>
              <a:rPr 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风格</a:t>
            </a:r>
            <a:endParaRPr lang="zh-CN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  <a:p>
            <a:pPr algn="ctr">
              <a:lnSpc>
                <a:spcPct val="117000"/>
              </a:lnSpc>
            </a:pPr>
            <a:r>
              <a:rPr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backdrop-filter: blur(16px)</a:t>
            </a:r>
            <a:endParaRPr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  <a:p>
            <a:pPr algn="ctr">
              <a:lnSpc>
                <a:spcPct val="117000"/>
              </a:lnSpc>
            </a:pPr>
            <a:r>
              <a:rPr 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半透明卡片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+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渐变背景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3319145" y="802640"/>
            <a:ext cx="2695575" cy="2058035"/>
          </a:xfrm>
          <a:custGeom>
            <a:avLst/>
            <a:gdLst>
              <a:gd name="sw" fmla="*/ 1 w 4245"/>
              <a:gd name="sh" fmla="*/ 1 h 3241"/>
              <a:gd name="mins" fmla="min sw sh"/>
              <a:gd name="dsw" fmla="+- 0 sw mins"/>
              <a:gd name="dsh" fmla="+- 0 sh mins"/>
              <a:gd name="p0x0" fmla="*/ 150 w 4245"/>
              <a:gd name="p0y0" fmla="*/ 0 h 3241"/>
              <a:gd name="p0x1" fmla="*/ 4095 w 4245"/>
              <a:gd name="p0y1" fmla="*/ 0 h 3241"/>
              <a:gd name="p0x2" fmla="*/ 4177 w 4245"/>
              <a:gd name="p0y2" fmla="*/ 0 h 3241"/>
              <a:gd name="p0x3" fmla="*/ 4245 w 4245"/>
              <a:gd name="p0y3" fmla="*/ 67 h 3241"/>
              <a:gd name="p0x4" fmla="*/ 4245 w 4245"/>
              <a:gd name="p0y4" fmla="*/ 150 h 3241"/>
              <a:gd name="p0x5" fmla="*/ 4245 w 4245"/>
              <a:gd name="p0y5" fmla="*/ 3091 h 3241"/>
              <a:gd name="p0x6" fmla="*/ 4245 w 4245"/>
              <a:gd name="p0y6" fmla="*/ 3174 h 3241"/>
              <a:gd name="p0x7" fmla="*/ 4177 w 4245"/>
              <a:gd name="p0y7" fmla="*/ 3241 h 3241"/>
              <a:gd name="p0x8" fmla="*/ 4095 w 4245"/>
              <a:gd name="p0y8" fmla="*/ 3241 h 3241"/>
              <a:gd name="p0x9" fmla="*/ 150 w 4245"/>
              <a:gd name="p0y9" fmla="*/ 3241 h 3241"/>
              <a:gd name="p0x10" fmla="*/ 67 w 4245"/>
              <a:gd name="p0y10" fmla="*/ 3241 h 3241"/>
              <a:gd name="p0x11" fmla="*/ 0 w 4245"/>
              <a:gd name="p0y11" fmla="*/ 3174 h 3241"/>
              <a:gd name="p0x12" fmla="*/ 0 w 4245"/>
              <a:gd name="p0y12" fmla="*/ 3091 h 3241"/>
              <a:gd name="p0x13" fmla="*/ 0 w 4245"/>
              <a:gd name="p0y13" fmla="*/ 150 h 3241"/>
              <a:gd name="p0x14" fmla="*/ 0 w 4245"/>
              <a:gd name="p0y14" fmla="*/ 67 h 3241"/>
              <a:gd name="p0x15" fmla="*/ 67 w 4245"/>
              <a:gd name="p0y15" fmla="*/ 0 h 3241"/>
              <a:gd name="p0x16" fmla="*/ 150 w 4245"/>
              <a:gd name="p0y16" fmla="*/ 0 h 32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4457700" y="10947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11515" t="-4314" r="-11515" b="-4314"/>
          <a:stretch>
            <a:fillRect/>
          </a:stretch>
        </p:blipFill>
        <p:spPr>
          <a:xfrm>
            <a:off x="4602480" y="1214120"/>
            <a:ext cx="128905" cy="17589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4143299" y="1613935"/>
            <a:ext cx="1257300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响应式布局</a:t>
            </a:r>
            <a:endParaRPr sz="16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3564579" y="1918259"/>
            <a:ext cx="2205256" cy="6571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17000"/>
              </a:lnSpc>
            </a:pPr>
            <a:r>
              <a:rPr 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Bootstrap 5.3 </a:t>
            </a:r>
            <a:r>
              <a:rPr 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栅格系统</a:t>
            </a:r>
            <a:endParaRPr lang="zh-CN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  <a:p>
            <a:pPr algn="ctr">
              <a:lnSpc>
                <a:spcPct val="117000"/>
              </a:lnSpc>
            </a:pPr>
            <a:r>
              <a:rPr 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适配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1920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×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1080 / 1366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×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768</a:t>
            </a:r>
            <a:endParaRPr lang="en-US" altLang="zh-CN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  <a:p>
            <a:pPr algn="ctr">
              <a:lnSpc>
                <a:spcPct val="117000"/>
              </a:lnSpc>
            </a:pPr>
            <a:r>
              <a:rPr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移动端友好</a:t>
            </a:r>
            <a:endParaRPr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6176645" y="802640"/>
            <a:ext cx="2695575" cy="2058035"/>
          </a:xfrm>
          <a:custGeom>
            <a:avLst/>
            <a:gdLst>
              <a:gd name="sw" fmla="*/ 1 w 4245"/>
              <a:gd name="sh" fmla="*/ 1 h 3241"/>
              <a:gd name="mins" fmla="min sw sh"/>
              <a:gd name="dsw" fmla="+- 0 sw mins"/>
              <a:gd name="dsh" fmla="+- 0 sh mins"/>
              <a:gd name="p0x0" fmla="*/ 150 w 4245"/>
              <a:gd name="p0y0" fmla="*/ 0 h 3241"/>
              <a:gd name="p0x1" fmla="*/ 4095 w 4245"/>
              <a:gd name="p0y1" fmla="*/ 0 h 3241"/>
              <a:gd name="p0x2" fmla="*/ 4177 w 4245"/>
              <a:gd name="p0y2" fmla="*/ 0 h 3241"/>
              <a:gd name="p0x3" fmla="*/ 4245 w 4245"/>
              <a:gd name="p0y3" fmla="*/ 67 h 3241"/>
              <a:gd name="p0x4" fmla="*/ 4245 w 4245"/>
              <a:gd name="p0y4" fmla="*/ 150 h 3241"/>
              <a:gd name="p0x5" fmla="*/ 4245 w 4245"/>
              <a:gd name="p0y5" fmla="*/ 3091 h 3241"/>
              <a:gd name="p0x6" fmla="*/ 4245 w 4245"/>
              <a:gd name="p0y6" fmla="*/ 3174 h 3241"/>
              <a:gd name="p0x7" fmla="*/ 4177 w 4245"/>
              <a:gd name="p0y7" fmla="*/ 3241 h 3241"/>
              <a:gd name="p0x8" fmla="*/ 4095 w 4245"/>
              <a:gd name="p0y8" fmla="*/ 3241 h 3241"/>
              <a:gd name="p0x9" fmla="*/ 150 w 4245"/>
              <a:gd name="p0y9" fmla="*/ 3241 h 3241"/>
              <a:gd name="p0x10" fmla="*/ 67 w 4245"/>
              <a:gd name="p0y10" fmla="*/ 3241 h 3241"/>
              <a:gd name="p0x11" fmla="*/ 0 w 4245"/>
              <a:gd name="p0y11" fmla="*/ 3174 h 3241"/>
              <a:gd name="p0x12" fmla="*/ 0 w 4245"/>
              <a:gd name="p0y12" fmla="*/ 3091 h 3241"/>
              <a:gd name="p0x13" fmla="*/ 0 w 4245"/>
              <a:gd name="p0y13" fmla="*/ 150 h 3241"/>
              <a:gd name="p0x14" fmla="*/ 0 w 4245"/>
              <a:gd name="p0y14" fmla="*/ 67 h 3241"/>
              <a:gd name="p0x15" fmla="*/ 67 w 4245"/>
              <a:gd name="p0y15" fmla="*/ 0 h 3241"/>
              <a:gd name="p0x16" fmla="*/ 150 w 4245"/>
              <a:gd name="p0y16" fmla="*/ 0 h 32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7315200" y="9975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6852" t="-15952" r="-6852" b="-15952"/>
          <a:stretch>
            <a:fillRect/>
          </a:stretch>
        </p:blipFill>
        <p:spPr>
          <a:xfrm>
            <a:off x="7426960" y="1116965"/>
            <a:ext cx="194945" cy="175895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7000875" y="1516828"/>
            <a:ext cx="1257300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状态可视化</a:t>
            </a:r>
            <a:endParaRPr sz="16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6374159" y="1802101"/>
            <a:ext cx="2301107" cy="87053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17000"/>
              </a:lnSpc>
            </a:pPr>
            <a:r>
              <a:rPr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订单状态彩色标签</a:t>
            </a:r>
            <a:endParaRPr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  <a:p>
            <a:pPr algn="ctr">
              <a:lnSpc>
                <a:spcPct val="117000"/>
              </a:lnSpc>
            </a:pPr>
            <a:r>
              <a:rPr 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BOOKED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蓝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/ PAID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橙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  <a:p>
            <a:pPr algn="ctr">
              <a:lnSpc>
                <a:spcPct val="117000"/>
              </a:lnSpc>
            </a:pPr>
            <a:r>
              <a:rPr lang="en-US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CHECKED_IN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绿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/ CANCELLED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红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9034145" y="802640"/>
            <a:ext cx="2695575" cy="2058035"/>
          </a:xfrm>
          <a:custGeom>
            <a:avLst/>
            <a:gdLst>
              <a:gd name="sw" fmla="*/ 1 w 4245"/>
              <a:gd name="sh" fmla="*/ 1 h 3241"/>
              <a:gd name="mins" fmla="min sw sh"/>
              <a:gd name="dsw" fmla="+- 0 sw mins"/>
              <a:gd name="dsh" fmla="+- 0 sh mins"/>
              <a:gd name="p0x0" fmla="*/ 150 w 4245"/>
              <a:gd name="p0y0" fmla="*/ 0 h 3241"/>
              <a:gd name="p0x1" fmla="*/ 4095 w 4245"/>
              <a:gd name="p0y1" fmla="*/ 0 h 3241"/>
              <a:gd name="p0x2" fmla="*/ 4177 w 4245"/>
              <a:gd name="p0y2" fmla="*/ 0 h 3241"/>
              <a:gd name="p0x3" fmla="*/ 4245 w 4245"/>
              <a:gd name="p0y3" fmla="*/ 67 h 3241"/>
              <a:gd name="p0x4" fmla="*/ 4245 w 4245"/>
              <a:gd name="p0y4" fmla="*/ 150 h 3241"/>
              <a:gd name="p0x5" fmla="*/ 4245 w 4245"/>
              <a:gd name="p0y5" fmla="*/ 3091 h 3241"/>
              <a:gd name="p0x6" fmla="*/ 4245 w 4245"/>
              <a:gd name="p0y6" fmla="*/ 3174 h 3241"/>
              <a:gd name="p0x7" fmla="*/ 4177 w 4245"/>
              <a:gd name="p0y7" fmla="*/ 3241 h 3241"/>
              <a:gd name="p0x8" fmla="*/ 4095 w 4245"/>
              <a:gd name="p0y8" fmla="*/ 3241 h 3241"/>
              <a:gd name="p0x9" fmla="*/ 150 w 4245"/>
              <a:gd name="p0y9" fmla="*/ 3241 h 3241"/>
              <a:gd name="p0x10" fmla="*/ 67 w 4245"/>
              <a:gd name="p0y10" fmla="*/ 3241 h 3241"/>
              <a:gd name="p0x11" fmla="*/ 0 w 4245"/>
              <a:gd name="p0y11" fmla="*/ 3174 h 3241"/>
              <a:gd name="p0x12" fmla="*/ 0 w 4245"/>
              <a:gd name="p0y12" fmla="*/ 3091 h 3241"/>
              <a:gd name="p0x13" fmla="*/ 0 w 4245"/>
              <a:gd name="p0y13" fmla="*/ 150 h 3241"/>
              <a:gd name="p0x14" fmla="*/ 0 w 4245"/>
              <a:gd name="p0y14" fmla="*/ 67 h 3241"/>
              <a:gd name="p0x15" fmla="*/ 67 w 4245"/>
              <a:gd name="p0y15" fmla="*/ 0 h 3241"/>
              <a:gd name="p0x16" fmla="*/ 150 w 4245"/>
              <a:gd name="p0y16" fmla="*/ 0 h 32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10172700" y="10947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941" t="-4314" r="-2941" b="-4314"/>
          <a:stretch>
            <a:fillRect/>
          </a:stretch>
        </p:blipFill>
        <p:spPr>
          <a:xfrm>
            <a:off x="10296525" y="1214120"/>
            <a:ext cx="171450" cy="1758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8"/>
            </p:custDataLst>
          </p:nvPr>
        </p:nvSpPr>
        <p:spPr>
          <a:xfrm>
            <a:off x="9963074" y="1613935"/>
            <a:ext cx="1047750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统一交互</a:t>
            </a:r>
            <a:endParaRPr sz="16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9483547" y="1918259"/>
            <a:ext cx="1797320" cy="6571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17000"/>
              </a:lnSpc>
            </a:pPr>
            <a:r>
              <a:rPr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全局导航栏根据角色切换</a:t>
            </a:r>
            <a:endParaRPr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  <a:p>
            <a:pPr algn="ctr">
              <a:lnSpc>
                <a:spcPct val="117000"/>
              </a:lnSpc>
            </a:pPr>
            <a:r>
              <a:rPr 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统一错误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成功提示样式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  <a:p>
            <a:pPr algn="ctr">
              <a:lnSpc>
                <a:spcPct val="117000"/>
              </a:lnSpc>
            </a:pPr>
            <a:r>
              <a:rPr 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Thymeleaf </a:t>
            </a:r>
            <a:r>
              <a:rPr 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模板复用布局</a:t>
            </a:r>
            <a:endParaRPr lang="zh-CN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461010" y="2964815"/>
            <a:ext cx="11269345" cy="3582670"/>
          </a:xfrm>
          <a:custGeom>
            <a:avLst/>
            <a:gdLst>
              <a:gd name="sw" fmla="*/ 1 w 20335"/>
              <a:gd name="sh" fmla="*/ 1 h 6465"/>
              <a:gd name="mins" fmla="min sw sh"/>
              <a:gd name="dsw" fmla="+- 0 sw mins"/>
              <a:gd name="dsh" fmla="+- 0 sh mins"/>
              <a:gd name="p0x0" fmla="*/ 150 w 20335"/>
              <a:gd name="p0y0" fmla="*/ 0 h 6465"/>
              <a:gd name="p0x1" fmla="*/ 20185 w 20335"/>
              <a:gd name="p0y1" fmla="*/ 0 h 6465"/>
              <a:gd name="p0x2" fmla="*/ 20268 w 20335"/>
              <a:gd name="p0y2" fmla="*/ 0 h 6465"/>
              <a:gd name="p0x3" fmla="*/ 20335 w 20335"/>
              <a:gd name="p0y3" fmla="*/ 67 h 6465"/>
              <a:gd name="p0x4" fmla="*/ 20335 w 20335"/>
              <a:gd name="p0y4" fmla="*/ 150 h 6465"/>
              <a:gd name="p0x5" fmla="*/ 20335 w 20335"/>
              <a:gd name="p0y5" fmla="*/ 6315 h 6465"/>
              <a:gd name="p0x6" fmla="*/ 20335 w 20335"/>
              <a:gd name="p0y6" fmla="*/ 6397 h 6465"/>
              <a:gd name="p0x7" fmla="*/ 20268 w 20335"/>
              <a:gd name="p0y7" fmla="*/ 6465 h 6465"/>
              <a:gd name="p0x8" fmla="*/ 20185 w 20335"/>
              <a:gd name="p0y8" fmla="*/ 6465 h 6465"/>
              <a:gd name="p0x9" fmla="*/ 150 w 20335"/>
              <a:gd name="p0y9" fmla="*/ 6465 h 6465"/>
              <a:gd name="p0x10" fmla="*/ 67 w 20335"/>
              <a:gd name="p0y10" fmla="*/ 6465 h 6465"/>
              <a:gd name="p0x11" fmla="*/ 0 w 20335"/>
              <a:gd name="p0y11" fmla="*/ 6397 h 6465"/>
              <a:gd name="p0x12" fmla="*/ 0 w 20335"/>
              <a:gd name="p0y12" fmla="*/ 6315 h 6465"/>
              <a:gd name="p0x13" fmla="*/ 0 w 20335"/>
              <a:gd name="p0y13" fmla="*/ 150 h 6465"/>
              <a:gd name="p0x14" fmla="*/ 0 w 20335"/>
              <a:gd name="p0y14" fmla="*/ 67 h 6465"/>
              <a:gd name="p0x15" fmla="*/ 67 w 20335"/>
              <a:gd name="p0y15" fmla="*/ 0 h 6465"/>
              <a:gd name="p0x16" fmla="*/ 150 w 20335"/>
              <a:gd name="p0y16" fmla="*/ 0 h 6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8312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31"/>
            </p:custDataLst>
          </p:nvPr>
        </p:nvSpPr>
        <p:spPr>
          <a:xfrm>
            <a:off x="631825" y="3122930"/>
            <a:ext cx="1092835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435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核心页面列表</a:t>
            </a:r>
            <a:endParaRPr sz="1435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graphicFrame>
        <p:nvGraphicFramePr>
          <p:cNvPr id="26" name="表格 25"/>
          <p:cNvGraphicFramePr/>
          <p:nvPr>
            <p:custDataLst>
              <p:tags r:id="rId32"/>
            </p:custDataLst>
          </p:nvPr>
        </p:nvGraphicFramePr>
        <p:xfrm>
          <a:off x="640080" y="3450590"/>
          <a:ext cx="109194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325"/>
                <a:gridCol w="2402205"/>
                <a:gridCol w="6551930"/>
              </a:tblGrid>
              <a:tr h="327660">
                <a:tc>
                  <a:txBody>
                    <a:bodyPr wrap="square"/>
                    <a:p>
                      <a:pPr algn="l"/>
                      <a:r>
                        <a:rPr sz="1045" b="1">
                          <a:solidFill>
                            <a:srgbClr val="FFFFFF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页面</a:t>
                      </a:r>
                      <a:endParaRPr sz="1045" b="1">
                        <a:solidFill>
                          <a:srgbClr val="FFFFFF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D5913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045" b="1">
                          <a:solidFill>
                            <a:srgbClr val="FFFFFF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URL</a:t>
                      </a:r>
                      <a:r>
                        <a:rPr lang="zh-CN" sz="1045" b="1">
                          <a:solidFill>
                            <a:srgbClr val="FFFFFF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路由</a:t>
                      </a:r>
                      <a:endParaRPr lang="zh-CN" sz="1045" b="1">
                        <a:solidFill>
                          <a:srgbClr val="FFFFFF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D5913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45" b="1">
                          <a:solidFill>
                            <a:srgbClr val="FFFFFF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说明</a:t>
                      </a:r>
                      <a:endParaRPr sz="1045" b="1">
                        <a:solidFill>
                          <a:srgbClr val="FFFFFF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D59134"/>
                    </a:solidFill>
                  </a:tcPr>
                </a:tc>
              </a:tr>
              <a:tr h="288290">
                <a:tc>
                  <a:txBody>
                    <a:bodyPr wrap="square"/>
                    <a:p>
                      <a:pPr algn="l"/>
                      <a:r>
                        <a:rPr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房型列表</a:t>
                      </a:r>
                      <a:endParaRPr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/rooms</a:t>
                      </a:r>
                      <a:endParaRPr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Hero 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搜索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+ 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房型卡片网格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+ 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分页</a:t>
                      </a:r>
                      <a:endParaRPr lang="zh-CN" altLang="en-US"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288925">
                <a:tc>
                  <a:txBody>
                    <a:bodyPr wrap="square"/>
                    <a:p>
                      <a:pPr algn="l"/>
                      <a:r>
                        <a:rPr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房型详情</a:t>
                      </a:r>
                      <a:endParaRPr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/rooms/{id}</a:t>
                      </a:r>
                      <a:endParaRPr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图片画廊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(3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图切换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) + 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库存表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+ 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评价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+ 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预订</a:t>
                      </a:r>
                      <a:endParaRPr lang="zh-CN" altLang="en-US"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288290">
                <a:tc>
                  <a:txBody>
                    <a:bodyPr wrap="square"/>
                    <a:p>
                      <a:pPr algn="l"/>
                      <a:r>
                        <a:rPr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我的订单</a:t>
                      </a:r>
                      <a:endParaRPr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/orders</a:t>
                      </a:r>
                      <a:endParaRPr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订单状态标签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+ 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操作按钮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(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支付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/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取消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/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入住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/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评价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)</a:t>
                      </a:r>
                      <a:endParaRPr lang="en-US" altLang="zh-CN"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289560">
                <a:tc>
                  <a:txBody>
                    <a:bodyPr wrap="square"/>
                    <a:p>
                      <a:pPr algn="l"/>
                      <a:r>
                        <a:rPr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个人中心</a:t>
                      </a:r>
                      <a:endParaRPr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/profile</a:t>
                      </a:r>
                      <a:endParaRPr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资料编辑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+ 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密码修改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+ 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信用状态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+ 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评价</a:t>
                      </a:r>
                      <a:endParaRPr lang="zh-CN" altLang="en-US"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288290">
                <a:tc>
                  <a:txBody>
                    <a:bodyPr wrap="square"/>
                    <a:p>
                      <a:pPr algn="l"/>
                      <a:r>
                        <a:rPr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管理员仪表盘</a:t>
                      </a:r>
                      <a:endParaRPr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/admin/dashboard</a:t>
                      </a:r>
                      <a:endParaRPr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统计卡片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+ 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近期订单</a:t>
                      </a:r>
                      <a:endParaRPr lang="zh-CN" altLang="en-US"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288925">
                <a:tc>
                  <a:txBody>
                    <a:bodyPr wrap="square"/>
                    <a:p>
                      <a:pPr algn="l"/>
                      <a:r>
                        <a:rPr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房型管理</a:t>
                      </a:r>
                      <a:endParaRPr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/admin/room</a:t>
                      </a:r>
                      <a:endParaRPr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CRUD 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表格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+ 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搜索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+ 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分页</a:t>
                      </a:r>
                      <a:endParaRPr lang="zh-CN" altLang="en-US"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288290">
                <a:tc>
                  <a:txBody>
                    <a:bodyPr wrap="square"/>
                    <a:p>
                      <a:pPr algn="l"/>
                      <a:r>
                        <a:rPr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库存管理</a:t>
                      </a:r>
                      <a:endParaRPr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/admin/room/inventory/{id}</a:t>
                      </a:r>
                      <a:endParaRPr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每日库存表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+ 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批量生成</a:t>
                      </a:r>
                      <a:endParaRPr lang="zh-CN" altLang="en-US"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288925">
                <a:tc>
                  <a:txBody>
                    <a:bodyPr wrap="square"/>
                    <a:p>
                      <a:pPr algn="l"/>
                      <a:r>
                        <a:rPr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订单管理</a:t>
                      </a:r>
                      <a:endParaRPr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/admin/orders</a:t>
                      </a:r>
                      <a:endParaRPr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筛选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(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状态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/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日期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/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用户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) + 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操作</a:t>
                      </a:r>
                      <a:endParaRPr lang="zh-CN" altLang="en-US"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288925">
                <a:tc>
                  <a:txBody>
                    <a:bodyPr wrap="square"/>
                    <a:p>
                      <a:pPr algn="l"/>
                      <a:r>
                        <a:rPr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用户管理</a:t>
                      </a:r>
                      <a:endParaRPr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/admin/users</a:t>
                      </a:r>
                      <a:endParaRPr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搜索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+ 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封禁</a:t>
                      </a:r>
                      <a:r>
                        <a:rPr lang="en-US" altLang="zh-CN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/</a:t>
                      </a:r>
                      <a:r>
                        <a:rPr lang="zh-CN" altLang="en-US" sz="91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解封</a:t>
                      </a:r>
                      <a:endParaRPr lang="zh-CN" altLang="en-US" sz="91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L="66675" marR="66675" marT="66675" marB="66675" anchor="ctr">
                    <a:lnL w="8312">
                      <a:solidFill>
                        <a:srgbClr val="E2D4C4"/>
                      </a:solidFill>
                      <a:prstDash val="solid"/>
                    </a:lnL>
                    <a:lnR w="8312">
                      <a:solidFill>
                        <a:srgbClr val="E2D4C4"/>
                      </a:solidFill>
                      <a:prstDash val="solid"/>
                    </a:lnR>
                    <a:lnT w="8312">
                      <a:solidFill>
                        <a:srgbClr val="E2D4C4"/>
                      </a:solidFill>
                      <a:prstDash val="solid"/>
                    </a:lnT>
                    <a:lnB w="8312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项目亮点</a:t>
            </a:r>
            <a:endParaRPr sz="300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822325"/>
          </a:xfrm>
          <a:custGeom>
            <a:avLst/>
            <a:gdLst>
              <a:gd name="sw" fmla="*/ 1 w 17385"/>
              <a:gd name="sh" fmla="*/ 1 h 1295"/>
              <a:gd name="mins" fmla="min sw sh"/>
              <a:gd name="dsw" fmla="+- 0 sw mins"/>
              <a:gd name="dsh" fmla="+- 0 sh mins"/>
              <a:gd name="p0x0" fmla="*/ 150 w 17385"/>
              <a:gd name="p0y0" fmla="*/ 0 h 1295"/>
              <a:gd name="p0x1" fmla="*/ 17235 w 17385"/>
              <a:gd name="p0y1" fmla="*/ 0 h 1295"/>
              <a:gd name="p0x2" fmla="*/ 17317 w 17385"/>
              <a:gd name="p0y2" fmla="*/ 0 h 1295"/>
              <a:gd name="p0x3" fmla="*/ 17385 w 17385"/>
              <a:gd name="p0y3" fmla="*/ 67 h 1295"/>
              <a:gd name="p0x4" fmla="*/ 17385 w 17385"/>
              <a:gd name="p0y4" fmla="*/ 150 h 1295"/>
              <a:gd name="p0x5" fmla="*/ 17385 w 17385"/>
              <a:gd name="p0y5" fmla="*/ 1145 h 1295"/>
              <a:gd name="p0x6" fmla="*/ 17385 w 17385"/>
              <a:gd name="p0y6" fmla="*/ 1227 h 1295"/>
              <a:gd name="p0x7" fmla="*/ 17317 w 17385"/>
              <a:gd name="p0y7" fmla="*/ 1295 h 1295"/>
              <a:gd name="p0x8" fmla="*/ 17235 w 17385"/>
              <a:gd name="p0y8" fmla="*/ 1295 h 1295"/>
              <a:gd name="p0x9" fmla="*/ 150 w 17385"/>
              <a:gd name="p0y9" fmla="*/ 1295 h 1295"/>
              <a:gd name="p0x10" fmla="*/ 67 w 17385"/>
              <a:gd name="p0y10" fmla="*/ 1295 h 1295"/>
              <a:gd name="p0x11" fmla="*/ 0 w 17385"/>
              <a:gd name="p0y11" fmla="*/ 1227 h 1295"/>
              <a:gd name="p0x12" fmla="*/ 0 w 17385"/>
              <a:gd name="p0y12" fmla="*/ 1145 h 1295"/>
              <a:gd name="p0x13" fmla="*/ 0 w 17385"/>
              <a:gd name="p0y13" fmla="*/ 150 h 1295"/>
              <a:gd name="p0x14" fmla="*/ 0 w 17385"/>
              <a:gd name="p0y14" fmla="*/ 67 h 1295"/>
              <a:gd name="p0x15" fmla="*/ 67 w 17385"/>
              <a:gd name="p0y15" fmla="*/ 0 h 1295"/>
              <a:gd name="p0x16" fmla="*/ 150 w 17385"/>
              <a:gd name="p0y16" fmla="*/ 0 h 12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3106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6522" t="-2933" r="-6522" b="-2933"/>
          <a:stretch>
            <a:fillRect/>
          </a:stretch>
        </p:blipFill>
        <p:spPr>
          <a:xfrm>
            <a:off x="857250" y="1391920"/>
            <a:ext cx="247650" cy="2520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258891"/>
            <a:ext cx="1011555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安全防护</a:t>
            </a:r>
            <a:endParaRPr sz="13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304925" y="1513684"/>
            <a:ext cx="1011555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BCrypt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密码加密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| Thymeleaf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防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XSS | JPA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参数化查询防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SQL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注入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| LoginInterceptor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统一鉴权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|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角色访问控制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(USER/ADMIN)</a:t>
            </a:r>
            <a:endParaRPr lang="en-US" altLang="zh-CN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575945" y="2017395"/>
            <a:ext cx="11039475" cy="822325"/>
          </a:xfrm>
          <a:custGeom>
            <a:avLst/>
            <a:gdLst>
              <a:gd name="sw" fmla="*/ 1 w 17385"/>
              <a:gd name="sh" fmla="*/ 1 h 1295"/>
              <a:gd name="mins" fmla="min sw sh"/>
              <a:gd name="dsw" fmla="+- 0 sw mins"/>
              <a:gd name="dsh" fmla="+- 0 sh mins"/>
              <a:gd name="p0x0" fmla="*/ 150 w 17385"/>
              <a:gd name="p0y0" fmla="*/ 0 h 1295"/>
              <a:gd name="p0x1" fmla="*/ 17235 w 17385"/>
              <a:gd name="p0y1" fmla="*/ 0 h 1295"/>
              <a:gd name="p0x2" fmla="*/ 17317 w 17385"/>
              <a:gd name="p0y2" fmla="*/ 0 h 1295"/>
              <a:gd name="p0x3" fmla="*/ 17385 w 17385"/>
              <a:gd name="p0y3" fmla="*/ 67 h 1295"/>
              <a:gd name="p0x4" fmla="*/ 17385 w 17385"/>
              <a:gd name="p0y4" fmla="*/ 150 h 1295"/>
              <a:gd name="p0x5" fmla="*/ 17385 w 17385"/>
              <a:gd name="p0y5" fmla="*/ 1145 h 1295"/>
              <a:gd name="p0x6" fmla="*/ 17385 w 17385"/>
              <a:gd name="p0y6" fmla="*/ 1227 h 1295"/>
              <a:gd name="p0x7" fmla="*/ 17317 w 17385"/>
              <a:gd name="p0y7" fmla="*/ 1295 h 1295"/>
              <a:gd name="p0x8" fmla="*/ 17235 w 17385"/>
              <a:gd name="p0y8" fmla="*/ 1295 h 1295"/>
              <a:gd name="p0x9" fmla="*/ 150 w 17385"/>
              <a:gd name="p0y9" fmla="*/ 1295 h 1295"/>
              <a:gd name="p0x10" fmla="*/ 67 w 17385"/>
              <a:gd name="p0y10" fmla="*/ 1295 h 1295"/>
              <a:gd name="p0x11" fmla="*/ 0 w 17385"/>
              <a:gd name="p0y11" fmla="*/ 1227 h 1295"/>
              <a:gd name="p0x12" fmla="*/ 0 w 17385"/>
              <a:gd name="p0y12" fmla="*/ 1145 h 1295"/>
              <a:gd name="p0x13" fmla="*/ 0 w 17385"/>
              <a:gd name="p0y13" fmla="*/ 150 h 1295"/>
              <a:gd name="p0x14" fmla="*/ 0 w 17385"/>
              <a:gd name="p0y14" fmla="*/ 67 h 1295"/>
              <a:gd name="p0x15" fmla="*/ 67 w 17385"/>
              <a:gd name="p0y15" fmla="*/ 0 h 1295"/>
              <a:gd name="p0x16" fmla="*/ 150 w 17385"/>
              <a:gd name="p0y16" fmla="*/ 0 h 12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22193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857250" y="2299970"/>
            <a:ext cx="247650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304925" y="2166966"/>
            <a:ext cx="1011555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订单状态机</a:t>
            </a:r>
            <a:endParaRPr sz="13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1304925" y="2421760"/>
            <a:ext cx="1011555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完整的状态流转：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BOOKED → PAID → CHECKED_IN → COMPLETED |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支持中途取消（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CANCELLED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），管理员与用户双向操作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575945" y="2925445"/>
            <a:ext cx="11039475" cy="822325"/>
          </a:xfrm>
          <a:custGeom>
            <a:avLst/>
            <a:gdLst>
              <a:gd name="sw" fmla="*/ 1 w 17385"/>
              <a:gd name="sh" fmla="*/ 1 h 1295"/>
              <a:gd name="mins" fmla="min sw sh"/>
              <a:gd name="dsw" fmla="+- 0 sw mins"/>
              <a:gd name="dsh" fmla="+- 0 sh mins"/>
              <a:gd name="p0x0" fmla="*/ 150 w 17385"/>
              <a:gd name="p0y0" fmla="*/ 0 h 1295"/>
              <a:gd name="p0x1" fmla="*/ 17235 w 17385"/>
              <a:gd name="p0y1" fmla="*/ 0 h 1295"/>
              <a:gd name="p0x2" fmla="*/ 17317 w 17385"/>
              <a:gd name="p0y2" fmla="*/ 0 h 1295"/>
              <a:gd name="p0x3" fmla="*/ 17385 w 17385"/>
              <a:gd name="p0y3" fmla="*/ 67 h 1295"/>
              <a:gd name="p0x4" fmla="*/ 17385 w 17385"/>
              <a:gd name="p0y4" fmla="*/ 150 h 1295"/>
              <a:gd name="p0x5" fmla="*/ 17385 w 17385"/>
              <a:gd name="p0y5" fmla="*/ 1145 h 1295"/>
              <a:gd name="p0x6" fmla="*/ 17385 w 17385"/>
              <a:gd name="p0y6" fmla="*/ 1227 h 1295"/>
              <a:gd name="p0x7" fmla="*/ 17317 w 17385"/>
              <a:gd name="p0y7" fmla="*/ 1295 h 1295"/>
              <a:gd name="p0x8" fmla="*/ 17235 w 17385"/>
              <a:gd name="p0y8" fmla="*/ 1295 h 1295"/>
              <a:gd name="p0x9" fmla="*/ 150 w 17385"/>
              <a:gd name="p0y9" fmla="*/ 1295 h 1295"/>
              <a:gd name="p0x10" fmla="*/ 67 w 17385"/>
              <a:gd name="p0y10" fmla="*/ 1295 h 1295"/>
              <a:gd name="p0x11" fmla="*/ 0 w 17385"/>
              <a:gd name="p0y11" fmla="*/ 1227 h 1295"/>
              <a:gd name="p0x12" fmla="*/ 0 w 17385"/>
              <a:gd name="p0y12" fmla="*/ 1145 h 1295"/>
              <a:gd name="p0x13" fmla="*/ 0 w 17385"/>
              <a:gd name="p0y13" fmla="*/ 150 h 1295"/>
              <a:gd name="p0x14" fmla="*/ 0 w 17385"/>
              <a:gd name="p0y14" fmla="*/ 67 h 1295"/>
              <a:gd name="p0x15" fmla="*/ 67 w 17385"/>
              <a:gd name="p0y15" fmla="*/ 0 h 1295"/>
              <a:gd name="p0x16" fmla="*/ 150 w 17385"/>
              <a:gd name="p0y16" fmla="*/ 0 h 12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771525" y="31273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4691" t="-1026" r="-4691" b="-1026"/>
          <a:stretch>
            <a:fillRect/>
          </a:stretch>
        </p:blipFill>
        <p:spPr>
          <a:xfrm>
            <a:off x="840105" y="3208020"/>
            <a:ext cx="281305" cy="2527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1304925" y="3075042"/>
            <a:ext cx="1011555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信用机制</a:t>
            </a:r>
            <a:endParaRPr sz="13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1304925" y="3329835"/>
            <a:ext cx="1011555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取消累计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≥ 3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次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→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自动禁订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7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天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|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禁订期满自动解封并重置计数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|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管理员可手动封禁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解封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575945" y="3833495"/>
            <a:ext cx="11039475" cy="822325"/>
          </a:xfrm>
          <a:custGeom>
            <a:avLst/>
            <a:gdLst>
              <a:gd name="sw" fmla="*/ 1 w 17385"/>
              <a:gd name="sh" fmla="*/ 1 h 1295"/>
              <a:gd name="mins" fmla="min sw sh"/>
              <a:gd name="dsw" fmla="+- 0 sw mins"/>
              <a:gd name="dsh" fmla="+- 0 sh mins"/>
              <a:gd name="p0x0" fmla="*/ 150 w 17385"/>
              <a:gd name="p0y0" fmla="*/ 0 h 1295"/>
              <a:gd name="p0x1" fmla="*/ 17235 w 17385"/>
              <a:gd name="p0y1" fmla="*/ 0 h 1295"/>
              <a:gd name="p0x2" fmla="*/ 17317 w 17385"/>
              <a:gd name="p0y2" fmla="*/ 0 h 1295"/>
              <a:gd name="p0x3" fmla="*/ 17385 w 17385"/>
              <a:gd name="p0y3" fmla="*/ 67 h 1295"/>
              <a:gd name="p0x4" fmla="*/ 17385 w 17385"/>
              <a:gd name="p0y4" fmla="*/ 150 h 1295"/>
              <a:gd name="p0x5" fmla="*/ 17385 w 17385"/>
              <a:gd name="p0y5" fmla="*/ 1145 h 1295"/>
              <a:gd name="p0x6" fmla="*/ 17385 w 17385"/>
              <a:gd name="p0y6" fmla="*/ 1227 h 1295"/>
              <a:gd name="p0x7" fmla="*/ 17317 w 17385"/>
              <a:gd name="p0y7" fmla="*/ 1295 h 1295"/>
              <a:gd name="p0x8" fmla="*/ 17235 w 17385"/>
              <a:gd name="p0y8" fmla="*/ 1295 h 1295"/>
              <a:gd name="p0x9" fmla="*/ 150 w 17385"/>
              <a:gd name="p0y9" fmla="*/ 1295 h 1295"/>
              <a:gd name="p0x10" fmla="*/ 67 w 17385"/>
              <a:gd name="p0y10" fmla="*/ 1295 h 1295"/>
              <a:gd name="p0x11" fmla="*/ 0 w 17385"/>
              <a:gd name="p0y11" fmla="*/ 1227 h 1295"/>
              <a:gd name="p0x12" fmla="*/ 0 w 17385"/>
              <a:gd name="p0y12" fmla="*/ 1145 h 1295"/>
              <a:gd name="p0x13" fmla="*/ 0 w 17385"/>
              <a:gd name="p0y13" fmla="*/ 150 h 1295"/>
              <a:gd name="p0x14" fmla="*/ 0 w 17385"/>
              <a:gd name="p0y14" fmla="*/ 67 h 1295"/>
              <a:gd name="p0x15" fmla="*/ 67 w 17385"/>
              <a:gd name="p0y15" fmla="*/ 0 h 1295"/>
              <a:gd name="p0x16" fmla="*/ 150 w 17385"/>
              <a:gd name="p0y16" fmla="*/ 0 h 12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771525" y="40354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1404" t="-1026" r="-1404" b="-1026"/>
          <a:stretch>
            <a:fillRect/>
          </a:stretch>
        </p:blipFill>
        <p:spPr>
          <a:xfrm>
            <a:off x="887730" y="4116070"/>
            <a:ext cx="186055" cy="2527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8"/>
            </p:custDataLst>
          </p:nvPr>
        </p:nvSpPr>
        <p:spPr>
          <a:xfrm>
            <a:off x="1304925" y="3983117"/>
            <a:ext cx="1011555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并发控制</a:t>
            </a:r>
            <a:endParaRPr sz="13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1304925" y="4237911"/>
            <a:ext cx="1011555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悲观锁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(PESSIMISTIC_WRITE)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防止超卖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| @Transactional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保障事务原子性，异常自动回滚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575945" y="4741545"/>
            <a:ext cx="11039475" cy="822325"/>
          </a:xfrm>
          <a:custGeom>
            <a:avLst/>
            <a:gdLst>
              <a:gd name="sw" fmla="*/ 1 w 17385"/>
              <a:gd name="sh" fmla="*/ 1 h 1295"/>
              <a:gd name="mins" fmla="min sw sh"/>
              <a:gd name="dsw" fmla="+- 0 sw mins"/>
              <a:gd name="dsh" fmla="+- 0 sh mins"/>
              <a:gd name="p0x0" fmla="*/ 150 w 17385"/>
              <a:gd name="p0y0" fmla="*/ 0 h 1295"/>
              <a:gd name="p0x1" fmla="*/ 17235 w 17385"/>
              <a:gd name="p0y1" fmla="*/ 0 h 1295"/>
              <a:gd name="p0x2" fmla="*/ 17317 w 17385"/>
              <a:gd name="p0y2" fmla="*/ 0 h 1295"/>
              <a:gd name="p0x3" fmla="*/ 17385 w 17385"/>
              <a:gd name="p0y3" fmla="*/ 67 h 1295"/>
              <a:gd name="p0x4" fmla="*/ 17385 w 17385"/>
              <a:gd name="p0y4" fmla="*/ 150 h 1295"/>
              <a:gd name="p0x5" fmla="*/ 17385 w 17385"/>
              <a:gd name="p0y5" fmla="*/ 1145 h 1295"/>
              <a:gd name="p0x6" fmla="*/ 17385 w 17385"/>
              <a:gd name="p0y6" fmla="*/ 1227 h 1295"/>
              <a:gd name="p0x7" fmla="*/ 17317 w 17385"/>
              <a:gd name="p0y7" fmla="*/ 1295 h 1295"/>
              <a:gd name="p0x8" fmla="*/ 17235 w 17385"/>
              <a:gd name="p0y8" fmla="*/ 1295 h 1295"/>
              <a:gd name="p0x9" fmla="*/ 150 w 17385"/>
              <a:gd name="p0y9" fmla="*/ 1295 h 1295"/>
              <a:gd name="p0x10" fmla="*/ 67 w 17385"/>
              <a:gd name="p0y10" fmla="*/ 1295 h 1295"/>
              <a:gd name="p0x11" fmla="*/ 0 w 17385"/>
              <a:gd name="p0y11" fmla="*/ 1227 h 1295"/>
              <a:gd name="p0x12" fmla="*/ 0 w 17385"/>
              <a:gd name="p0y12" fmla="*/ 1145 h 1295"/>
              <a:gd name="p0x13" fmla="*/ 0 w 17385"/>
              <a:gd name="p0y13" fmla="*/ 150 h 1295"/>
              <a:gd name="p0x14" fmla="*/ 0 w 17385"/>
              <a:gd name="p0y14" fmla="*/ 67 h 1295"/>
              <a:gd name="p0x15" fmla="*/ 67 w 17385"/>
              <a:gd name="p0y15" fmla="*/ 0 h 1295"/>
              <a:gd name="p0x16" fmla="*/ 150 w 17385"/>
              <a:gd name="p0y16" fmla="*/ 0 h 12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31"/>
            </p:custDataLst>
          </p:nvPr>
        </p:nvSpPr>
        <p:spPr>
          <a:xfrm>
            <a:off x="771525" y="49434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5024120"/>
            <a:ext cx="247650" cy="25273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5"/>
            </p:custDataLst>
          </p:nvPr>
        </p:nvSpPr>
        <p:spPr>
          <a:xfrm>
            <a:off x="1304925" y="4891192"/>
            <a:ext cx="1011555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智能库存</a:t>
            </a:r>
            <a:endParaRPr sz="13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6"/>
            </p:custDataLst>
          </p:nvPr>
        </p:nvSpPr>
        <p:spPr>
          <a:xfrm>
            <a:off x="1304925" y="5145986"/>
            <a:ext cx="1011555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用户查询未来日期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→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自动补齐缺失库存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|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新房型自动生成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60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天初始库存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|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修改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totalQuantity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自动同步库存上限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7"/>
            </p:custDataLst>
          </p:nvPr>
        </p:nvSpPr>
        <p:spPr>
          <a:xfrm>
            <a:off x="575945" y="5649595"/>
            <a:ext cx="11039475" cy="822325"/>
          </a:xfrm>
          <a:custGeom>
            <a:avLst/>
            <a:gdLst>
              <a:gd name="sw" fmla="*/ 1 w 17385"/>
              <a:gd name="sh" fmla="*/ 1 h 1295"/>
              <a:gd name="mins" fmla="min sw sh"/>
              <a:gd name="dsw" fmla="+- 0 sw mins"/>
              <a:gd name="dsh" fmla="+- 0 sh mins"/>
              <a:gd name="p0x0" fmla="*/ 150 w 17385"/>
              <a:gd name="p0y0" fmla="*/ 0 h 1295"/>
              <a:gd name="p0x1" fmla="*/ 17235 w 17385"/>
              <a:gd name="p0y1" fmla="*/ 0 h 1295"/>
              <a:gd name="p0x2" fmla="*/ 17317 w 17385"/>
              <a:gd name="p0y2" fmla="*/ 0 h 1295"/>
              <a:gd name="p0x3" fmla="*/ 17385 w 17385"/>
              <a:gd name="p0y3" fmla="*/ 67 h 1295"/>
              <a:gd name="p0x4" fmla="*/ 17385 w 17385"/>
              <a:gd name="p0y4" fmla="*/ 150 h 1295"/>
              <a:gd name="p0x5" fmla="*/ 17385 w 17385"/>
              <a:gd name="p0y5" fmla="*/ 1145 h 1295"/>
              <a:gd name="p0x6" fmla="*/ 17385 w 17385"/>
              <a:gd name="p0y6" fmla="*/ 1227 h 1295"/>
              <a:gd name="p0x7" fmla="*/ 17317 w 17385"/>
              <a:gd name="p0y7" fmla="*/ 1295 h 1295"/>
              <a:gd name="p0x8" fmla="*/ 17235 w 17385"/>
              <a:gd name="p0y8" fmla="*/ 1295 h 1295"/>
              <a:gd name="p0x9" fmla="*/ 150 w 17385"/>
              <a:gd name="p0y9" fmla="*/ 1295 h 1295"/>
              <a:gd name="p0x10" fmla="*/ 67 w 17385"/>
              <a:gd name="p0y10" fmla="*/ 1295 h 1295"/>
              <a:gd name="p0x11" fmla="*/ 0 w 17385"/>
              <a:gd name="p0y11" fmla="*/ 1227 h 1295"/>
              <a:gd name="p0x12" fmla="*/ 0 w 17385"/>
              <a:gd name="p0y12" fmla="*/ 1145 h 1295"/>
              <a:gd name="p0x13" fmla="*/ 0 w 17385"/>
              <a:gd name="p0y13" fmla="*/ 150 h 1295"/>
              <a:gd name="p0x14" fmla="*/ 0 w 17385"/>
              <a:gd name="p0y14" fmla="*/ 67 h 1295"/>
              <a:gd name="p0x15" fmla="*/ 67 w 17385"/>
              <a:gd name="p0y15" fmla="*/ 0 h 1295"/>
              <a:gd name="p0x16" fmla="*/ 150 w 17385"/>
              <a:gd name="p0y16" fmla="*/ 0 h 12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8"/>
            </p:custDataLst>
          </p:nvPr>
        </p:nvSpPr>
        <p:spPr>
          <a:xfrm>
            <a:off x="771525" y="58515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5932170"/>
            <a:ext cx="247650" cy="25273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2"/>
            </p:custDataLst>
          </p:nvPr>
        </p:nvSpPr>
        <p:spPr>
          <a:xfrm>
            <a:off x="1304925" y="5799268"/>
            <a:ext cx="1011555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现代</a:t>
            </a:r>
            <a:r>
              <a:rPr lang="en-US" altLang="zh-CN" sz="13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UI</a:t>
            </a:r>
            <a:endParaRPr lang="en-US" altLang="zh-CN" sz="13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43"/>
            </p:custDataLst>
          </p:nvPr>
        </p:nvSpPr>
        <p:spPr>
          <a:xfrm>
            <a:off x="1304925" y="6054061"/>
            <a:ext cx="1011555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暗色玻璃态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(Glassmorphism)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设计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| Bootstrap 5.3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响应式布局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| Edge / Chrome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双浏览器兼容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19100" y="287655"/>
            <a:ext cx="11353800" cy="3486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9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测试情况</a:t>
            </a:r>
            <a:endParaRPr sz="19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461010" y="801370"/>
            <a:ext cx="7147560" cy="2245360"/>
          </a:xfrm>
          <a:custGeom>
            <a:avLst/>
            <a:gdLst>
              <a:gd name="sw" fmla="*/ 1 w 14108"/>
              <a:gd name="sh" fmla="*/ 1 h 4430"/>
              <a:gd name="mins" fmla="min sw sh"/>
              <a:gd name="dsw" fmla="+- 0 sw mins"/>
              <a:gd name="dsh" fmla="+- 0 sh mins"/>
              <a:gd name="p0x0" fmla="*/ 150 w 14108"/>
              <a:gd name="p0y0" fmla="*/ 0 h 4430"/>
              <a:gd name="p0x1" fmla="*/ 13958 w 14108"/>
              <a:gd name="p0y1" fmla="*/ 0 h 4430"/>
              <a:gd name="p0x2" fmla="*/ 14041 w 14108"/>
              <a:gd name="p0y2" fmla="*/ 0 h 4430"/>
              <a:gd name="p0x3" fmla="*/ 14108 w 14108"/>
              <a:gd name="p0y3" fmla="*/ 67 h 4430"/>
              <a:gd name="p0x4" fmla="*/ 14108 w 14108"/>
              <a:gd name="p0y4" fmla="*/ 150 h 4430"/>
              <a:gd name="p0x5" fmla="*/ 14108 w 14108"/>
              <a:gd name="p0y5" fmla="*/ 4280 h 4430"/>
              <a:gd name="p0x6" fmla="*/ 14108 w 14108"/>
              <a:gd name="p0y6" fmla="*/ 4363 h 4430"/>
              <a:gd name="p0x7" fmla="*/ 14041 w 14108"/>
              <a:gd name="p0y7" fmla="*/ 4430 h 4430"/>
              <a:gd name="p0x8" fmla="*/ 13958 w 14108"/>
              <a:gd name="p0y8" fmla="*/ 4430 h 4430"/>
              <a:gd name="p0x9" fmla="*/ 150 w 14108"/>
              <a:gd name="p0y9" fmla="*/ 4430 h 4430"/>
              <a:gd name="p0x10" fmla="*/ 67 w 14108"/>
              <a:gd name="p0y10" fmla="*/ 4430 h 4430"/>
              <a:gd name="p0x11" fmla="*/ 0 w 14108"/>
              <a:gd name="p0y11" fmla="*/ 4363 h 4430"/>
              <a:gd name="p0x12" fmla="*/ 0 w 14108"/>
              <a:gd name="p0y12" fmla="*/ 4280 h 4430"/>
              <a:gd name="p0x13" fmla="*/ 0 w 14108"/>
              <a:gd name="p0y13" fmla="*/ 150 h 4430"/>
              <a:gd name="p0x14" fmla="*/ 0 w 14108"/>
              <a:gd name="p0y14" fmla="*/ 67 h 4430"/>
              <a:gd name="p0x15" fmla="*/ 67 w 14108"/>
              <a:gd name="p0y15" fmla="*/ 0 h 4430"/>
              <a:gd name="p0x16" fmla="*/ 150 w 14108"/>
              <a:gd name="p0y16" fmla="*/ 0 h 44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7600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624205" y="964565"/>
          <a:ext cx="6828790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0140"/>
                <a:gridCol w="1365885"/>
                <a:gridCol w="1365250"/>
                <a:gridCol w="1707515"/>
              </a:tblGrid>
              <a:tr h="299085">
                <a:tc>
                  <a:txBody>
                    <a:bodyPr wrap="square"/>
                    <a:p>
                      <a:pPr algn="l"/>
                      <a:r>
                        <a:rPr sz="955" b="1">
                          <a:solidFill>
                            <a:srgbClr val="FFFFFF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测试类别</a:t>
                      </a:r>
                      <a:endParaRPr sz="955" b="1">
                        <a:solidFill>
                          <a:srgbClr val="FFFFFF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D5913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1">
                          <a:solidFill>
                            <a:srgbClr val="FFFFFF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用例数</a:t>
                      </a:r>
                      <a:endParaRPr sz="955" b="1">
                        <a:solidFill>
                          <a:srgbClr val="FFFFFF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D5913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1">
                          <a:solidFill>
                            <a:srgbClr val="FFFFFF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通过数</a:t>
                      </a:r>
                      <a:endParaRPr sz="955" b="1">
                        <a:solidFill>
                          <a:srgbClr val="FFFFFF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D5913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1">
                          <a:solidFill>
                            <a:srgbClr val="FFFFFF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通过率</a:t>
                      </a:r>
                      <a:endParaRPr sz="955" b="1">
                        <a:solidFill>
                          <a:srgbClr val="FFFFFF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D59134"/>
                    </a:solidFill>
                  </a:tcPr>
                </a:tc>
              </a:tr>
              <a:tr h="406400">
                <a:tc>
                  <a:txBody>
                    <a:bodyPr wrap="square"/>
                    <a:p>
                      <a:pPr algn="l"/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功能测试</a:t>
                      </a:r>
                      <a:r>
                        <a:rPr lang="en-US" altLang="zh-CN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(11</a:t>
                      </a:r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个模块</a:t>
                      </a:r>
                      <a:r>
                        <a:rPr lang="en-US" altLang="zh-CN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)</a:t>
                      </a:r>
                      <a:endParaRPr lang="en-US" altLang="zh-CN"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90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90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100%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407035"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界面测试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10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10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100%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405765">
                <a:tc>
                  <a:txBody>
                    <a:bodyPr wrap="square"/>
                    <a:p>
                      <a:pPr algn="l"/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异常测试</a:t>
                      </a:r>
                      <a:r>
                        <a:rPr lang="en-US" altLang="zh-CN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(</a:t>
                      </a:r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非法输入</a:t>
                      </a:r>
                      <a:r>
                        <a:rPr lang="en-US" altLang="zh-CN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/</a:t>
                      </a:r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边界</a:t>
                      </a:r>
                      <a:r>
                        <a:rPr lang="en-US" altLang="zh-CN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/</a:t>
                      </a:r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越权等</a:t>
                      </a:r>
                      <a:r>
                        <a:rPr lang="en-US" altLang="zh-CN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)</a:t>
                      </a:r>
                      <a:endParaRPr lang="en-US" altLang="zh-CN"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34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34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100%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407035">
                <a:tc>
                  <a:txBody>
                    <a:bodyPr wrap="square"/>
                    <a:p>
                      <a:pPr algn="l"/>
                      <a:r>
                        <a:rPr sz="955" b="1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合计</a:t>
                      </a:r>
                      <a:endParaRPr sz="955" b="1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1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124</a:t>
                      </a:r>
                      <a:endParaRPr sz="955" b="1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1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124</a:t>
                      </a:r>
                      <a:endParaRPr sz="955" b="1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1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100%</a:t>
                      </a:r>
                      <a:endParaRPr sz="955" b="1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</a:tbl>
          </a:graphicData>
        </a:graphic>
      </p:graphicFrame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7738110" y="801370"/>
            <a:ext cx="3992880" cy="2245360"/>
          </a:xfrm>
          <a:custGeom>
            <a:avLst/>
            <a:gdLst>
              <a:gd name="sw" fmla="*/ 1 w 7880"/>
              <a:gd name="sh" fmla="*/ 1 h 4430"/>
              <a:gd name="mins" fmla="min sw sh"/>
              <a:gd name="dsw" fmla="+- 0 sw mins"/>
              <a:gd name="dsh" fmla="+- 0 sh mins"/>
              <a:gd name="p0x0" fmla="*/ 150 w 7880"/>
              <a:gd name="p0y0" fmla="*/ 0 h 4430"/>
              <a:gd name="p0x1" fmla="*/ 7730 w 7880"/>
              <a:gd name="p0y1" fmla="*/ 0 h 4430"/>
              <a:gd name="p0x2" fmla="*/ 7813 w 7880"/>
              <a:gd name="p0y2" fmla="*/ 0 h 4430"/>
              <a:gd name="p0x3" fmla="*/ 7880 w 7880"/>
              <a:gd name="p0y3" fmla="*/ 67 h 4430"/>
              <a:gd name="p0x4" fmla="*/ 7880 w 7880"/>
              <a:gd name="p0y4" fmla="*/ 150 h 4430"/>
              <a:gd name="p0x5" fmla="*/ 7880 w 7880"/>
              <a:gd name="p0y5" fmla="*/ 4280 h 4430"/>
              <a:gd name="p0x6" fmla="*/ 7880 w 7880"/>
              <a:gd name="p0y6" fmla="*/ 4363 h 4430"/>
              <a:gd name="p0x7" fmla="*/ 7813 w 7880"/>
              <a:gd name="p0y7" fmla="*/ 4430 h 4430"/>
              <a:gd name="p0x8" fmla="*/ 7730 w 7880"/>
              <a:gd name="p0y8" fmla="*/ 4430 h 4430"/>
              <a:gd name="p0x9" fmla="*/ 150 w 7880"/>
              <a:gd name="p0y9" fmla="*/ 4430 h 4430"/>
              <a:gd name="p0x10" fmla="*/ 67 w 7880"/>
              <a:gd name="p0y10" fmla="*/ 4430 h 4430"/>
              <a:gd name="p0x11" fmla="*/ 0 w 7880"/>
              <a:gd name="p0y11" fmla="*/ 4363 h 4430"/>
              <a:gd name="p0x12" fmla="*/ 0 w 7880"/>
              <a:gd name="p0y12" fmla="*/ 4280 h 4430"/>
              <a:gd name="p0x13" fmla="*/ 0 w 7880"/>
              <a:gd name="p0y13" fmla="*/ 150 h 4430"/>
              <a:gd name="p0x14" fmla="*/ 0 w 7880"/>
              <a:gd name="p0y14" fmla="*/ 67 h 4430"/>
              <a:gd name="p0x15" fmla="*/ 67 w 7880"/>
              <a:gd name="p0y15" fmla="*/ 0 h 4430"/>
              <a:gd name="p0x16" fmla="*/ 150 w 7880"/>
              <a:gd name="p0y16" fmla="*/ 0 h 44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59134"/>
          </a:solidFill>
          <a:ln w="7600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8811895" y="1249680"/>
            <a:ext cx="1222375" cy="5626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3350"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124</a:t>
            </a:r>
            <a:endParaRPr sz="3350"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9752965" y="1473835"/>
            <a:ext cx="790575" cy="2584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55"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条用例</a:t>
            </a:r>
            <a:endParaRPr sz="1555"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8860155" y="1873250"/>
            <a:ext cx="1383665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870"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100%</a:t>
            </a:r>
            <a:endParaRPr sz="2870"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10008235" y="2063115"/>
            <a:ext cx="501650" cy="2241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15"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通过</a:t>
            </a:r>
            <a:endParaRPr sz="1315"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8955405" y="2416175"/>
            <a:ext cx="155829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75">
                <a:solidFill>
                  <a:srgbClr val="FFFFFF">
                    <a:alpha val="90001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系统具备上线</a:t>
            </a:r>
            <a:r>
              <a:rPr lang="en-US" altLang="zh-CN" sz="1075">
                <a:solidFill>
                  <a:srgbClr val="FFFFFF">
                    <a:alpha val="90001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075">
                <a:solidFill>
                  <a:srgbClr val="FFFFFF">
                    <a:alpha val="90001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交付条件</a:t>
            </a:r>
            <a:endParaRPr lang="zh-CN" altLang="en-US" sz="1075">
              <a:solidFill>
                <a:srgbClr val="FFFFFF">
                  <a:alpha val="90001"/>
                </a:srgbClr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0"/>
            </p:custDataLst>
          </p:nvPr>
        </p:nvSpPr>
        <p:spPr>
          <a:xfrm>
            <a:off x="461010" y="3175635"/>
            <a:ext cx="11269980" cy="1220470"/>
          </a:xfrm>
          <a:custGeom>
            <a:avLst/>
            <a:gdLst>
              <a:gd name="sw" fmla="*/ 1 w 22243"/>
              <a:gd name="sh" fmla="*/ 1 h 2407"/>
              <a:gd name="mins" fmla="min sw sh"/>
              <a:gd name="dsw" fmla="+- 0 sw mins"/>
              <a:gd name="dsh" fmla="+- 0 sh mins"/>
              <a:gd name="p0x0" fmla="*/ 150 w 22243"/>
              <a:gd name="p0y0" fmla="*/ 0 h 2407"/>
              <a:gd name="p0x1" fmla="*/ 22093 w 22243"/>
              <a:gd name="p0y1" fmla="*/ 0 h 2407"/>
              <a:gd name="p0x2" fmla="*/ 22176 w 22243"/>
              <a:gd name="p0y2" fmla="*/ 0 h 2407"/>
              <a:gd name="p0x3" fmla="*/ 22243 w 22243"/>
              <a:gd name="p0y3" fmla="*/ 67 h 2407"/>
              <a:gd name="p0x4" fmla="*/ 22243 w 22243"/>
              <a:gd name="p0y4" fmla="*/ 150 h 2407"/>
              <a:gd name="p0x5" fmla="*/ 22243 w 22243"/>
              <a:gd name="p0y5" fmla="*/ 2257 h 2407"/>
              <a:gd name="p0x6" fmla="*/ 22243 w 22243"/>
              <a:gd name="p0y6" fmla="*/ 2340 h 2407"/>
              <a:gd name="p0x7" fmla="*/ 22176 w 22243"/>
              <a:gd name="p0y7" fmla="*/ 2407 h 2407"/>
              <a:gd name="p0x8" fmla="*/ 22093 w 22243"/>
              <a:gd name="p0y8" fmla="*/ 2407 h 2407"/>
              <a:gd name="p0x9" fmla="*/ 150 w 22243"/>
              <a:gd name="p0y9" fmla="*/ 2407 h 2407"/>
              <a:gd name="p0x10" fmla="*/ 67 w 22243"/>
              <a:gd name="p0y10" fmla="*/ 2407 h 2407"/>
              <a:gd name="p0x11" fmla="*/ 0 w 22243"/>
              <a:gd name="p0y11" fmla="*/ 2340 h 2407"/>
              <a:gd name="p0x12" fmla="*/ 0 w 22243"/>
              <a:gd name="p0y12" fmla="*/ 2257 h 2407"/>
              <a:gd name="p0x13" fmla="*/ 0 w 22243"/>
              <a:gd name="p0y13" fmla="*/ 150 h 2407"/>
              <a:gd name="p0x14" fmla="*/ 0 w 22243"/>
              <a:gd name="p0y14" fmla="*/ 67 h 2407"/>
              <a:gd name="p0x15" fmla="*/ 67 w 22243"/>
              <a:gd name="p0y15" fmla="*/ 0 h 2407"/>
              <a:gd name="p0x16" fmla="*/ 150 w 22243"/>
              <a:gd name="p0y16" fmla="*/ 0 h 24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7600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616585" y="3609975"/>
            <a:ext cx="10958830" cy="1593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55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测试方法</a:t>
            </a:r>
            <a:endParaRPr sz="955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616585" y="3783965"/>
            <a:ext cx="2134235" cy="1835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95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黑盒测试</a:t>
            </a:r>
            <a:r>
              <a:rPr lang="en-US" altLang="zh-CN" sz="95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+ </a:t>
            </a:r>
            <a:r>
              <a:rPr lang="zh-CN" altLang="en-US" sz="95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等价类划分</a:t>
            </a:r>
            <a:r>
              <a:rPr lang="en-US" altLang="zh-CN" sz="95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+ </a:t>
            </a:r>
            <a:r>
              <a:rPr lang="zh-CN" altLang="en-US" sz="95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边界值分析</a:t>
            </a:r>
            <a:endParaRPr lang="zh-CN" altLang="en-US" sz="955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2644140" y="3783965"/>
            <a:ext cx="3301365" cy="1835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95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功能测试</a:t>
            </a:r>
            <a:r>
              <a:rPr lang="en-US" altLang="zh-CN" sz="95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/ </a:t>
            </a:r>
            <a:r>
              <a:rPr lang="zh-CN" altLang="en-US" sz="95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界面测试</a:t>
            </a:r>
            <a:r>
              <a:rPr lang="en-US" altLang="zh-CN" sz="95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/ </a:t>
            </a:r>
            <a:r>
              <a:rPr lang="zh-CN" altLang="en-US" sz="95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异常测试</a:t>
            </a:r>
            <a:r>
              <a:rPr lang="en-US" altLang="zh-CN" sz="95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/ </a:t>
            </a:r>
            <a:r>
              <a:rPr lang="zh-CN" altLang="en-US" sz="95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回归测试</a:t>
            </a:r>
            <a:r>
              <a:rPr lang="en-US" altLang="zh-CN" sz="95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/ </a:t>
            </a:r>
            <a:r>
              <a:rPr lang="zh-CN" altLang="en-US" sz="95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兼容性测试</a:t>
            </a:r>
            <a:endParaRPr lang="zh-CN" altLang="en-US" sz="955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5717540" y="3783965"/>
            <a:ext cx="4370070" cy="1835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95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测试环境：</a:t>
            </a:r>
            <a:r>
              <a:rPr lang="en-US" altLang="zh-CN" sz="955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Windows 11 + JDK 17 + SQL Server 2022 + Microsoft Edge</a:t>
            </a:r>
            <a:endParaRPr lang="en-US" altLang="zh-CN" sz="955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5"/>
            </p:custDataLst>
          </p:nvPr>
        </p:nvSpPr>
        <p:spPr>
          <a:xfrm>
            <a:off x="461010" y="4418330"/>
            <a:ext cx="11269980" cy="2128520"/>
          </a:xfrm>
          <a:custGeom>
            <a:avLst/>
            <a:gdLst>
              <a:gd name="sw" fmla="*/ 1 w 22243"/>
              <a:gd name="sh" fmla="*/ 1 h 4201"/>
              <a:gd name="mins" fmla="min sw sh"/>
              <a:gd name="dsw" fmla="+- 0 sw mins"/>
              <a:gd name="dsh" fmla="+- 0 sh mins"/>
              <a:gd name="p0x0" fmla="*/ 150 w 22243"/>
              <a:gd name="p0y0" fmla="*/ 0 h 4201"/>
              <a:gd name="p0x1" fmla="*/ 22093 w 22243"/>
              <a:gd name="p0y1" fmla="*/ 0 h 4201"/>
              <a:gd name="p0x2" fmla="*/ 22176 w 22243"/>
              <a:gd name="p0y2" fmla="*/ 0 h 4201"/>
              <a:gd name="p0x3" fmla="*/ 22243 w 22243"/>
              <a:gd name="p0y3" fmla="*/ 67 h 4201"/>
              <a:gd name="p0x4" fmla="*/ 22243 w 22243"/>
              <a:gd name="p0y4" fmla="*/ 150 h 4201"/>
              <a:gd name="p0x5" fmla="*/ 22243 w 22243"/>
              <a:gd name="p0y5" fmla="*/ 4051 h 4201"/>
              <a:gd name="p0x6" fmla="*/ 22243 w 22243"/>
              <a:gd name="p0y6" fmla="*/ 4133 h 4201"/>
              <a:gd name="p0x7" fmla="*/ 22176 w 22243"/>
              <a:gd name="p0y7" fmla="*/ 4201 h 4201"/>
              <a:gd name="p0x8" fmla="*/ 22093 w 22243"/>
              <a:gd name="p0y8" fmla="*/ 4201 h 4201"/>
              <a:gd name="p0x9" fmla="*/ 150 w 22243"/>
              <a:gd name="p0y9" fmla="*/ 4201 h 4201"/>
              <a:gd name="p0x10" fmla="*/ 67 w 22243"/>
              <a:gd name="p0y10" fmla="*/ 4201 h 4201"/>
              <a:gd name="p0x11" fmla="*/ 0 w 22243"/>
              <a:gd name="p0y11" fmla="*/ 4133 h 4201"/>
              <a:gd name="p0x12" fmla="*/ 0 w 22243"/>
              <a:gd name="p0y12" fmla="*/ 4051 h 4201"/>
              <a:gd name="p0x13" fmla="*/ 0 w 22243"/>
              <a:gd name="p0y13" fmla="*/ 150 h 4201"/>
              <a:gd name="p0x14" fmla="*/ 0 w 22243"/>
              <a:gd name="p0y14" fmla="*/ 67 h 4201"/>
              <a:gd name="p0x15" fmla="*/ 67 w 22243"/>
              <a:gd name="p0y15" fmla="*/ 0 h 4201"/>
              <a:gd name="p0x16" fmla="*/ 150 w 22243"/>
              <a:gd name="p0y16" fmla="*/ 0 h 420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7600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0" name="表格 19"/>
          <p:cNvGraphicFramePr/>
          <p:nvPr>
            <p:custDataLst>
              <p:tags r:id="rId16"/>
            </p:custDataLst>
          </p:nvPr>
        </p:nvGraphicFramePr>
        <p:xfrm>
          <a:off x="624205" y="4581525"/>
          <a:ext cx="10950575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/>
                <a:gridCol w="5694045"/>
                <a:gridCol w="1971040"/>
                <a:gridCol w="1971040"/>
              </a:tblGrid>
              <a:tr h="299720">
                <a:tc>
                  <a:txBody>
                    <a:bodyPr wrap="square"/>
                    <a:p>
                      <a:pPr algn="l"/>
                      <a:r>
                        <a:rPr sz="955" b="1">
                          <a:solidFill>
                            <a:srgbClr val="FFFFFF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编号</a:t>
                      </a:r>
                      <a:endParaRPr sz="955" b="1">
                        <a:solidFill>
                          <a:srgbClr val="FFFFFF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D5913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1">
                          <a:solidFill>
                            <a:srgbClr val="FFFFFF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问题描述</a:t>
                      </a:r>
                      <a:endParaRPr sz="955" b="1">
                        <a:solidFill>
                          <a:srgbClr val="FFFFFF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D5913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1">
                          <a:solidFill>
                            <a:srgbClr val="FFFFFF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严重程度</a:t>
                      </a:r>
                      <a:endParaRPr sz="955" b="1">
                        <a:solidFill>
                          <a:srgbClr val="FFFFFF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D5913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1">
                          <a:solidFill>
                            <a:srgbClr val="FFFFFF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状态</a:t>
                      </a:r>
                      <a:endParaRPr sz="955" b="1">
                        <a:solidFill>
                          <a:srgbClr val="FFFFFF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D59134"/>
                    </a:solidFill>
                  </a:tcPr>
                </a:tc>
              </a:tr>
              <a:tr h="299720"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BUG-001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取消订单达</a:t>
                      </a:r>
                      <a:r>
                        <a:rPr lang="en-US" altLang="zh-CN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3</a:t>
                      </a:r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次后未自动触发禁订</a:t>
                      </a:r>
                      <a:endParaRPr lang="zh-CN" altLang="en-US"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高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✅</a:t>
                      </a:r>
                      <a:r>
                        <a:rPr lang="en-US" altLang="zh-CN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</a:t>
                      </a:r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已修复</a:t>
                      </a:r>
                      <a:endParaRPr lang="zh-CN" altLang="en-US"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299720"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BUG-003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房型详情页无库存数据时出现</a:t>
                      </a:r>
                      <a:r>
                        <a:rPr lang="en-US" altLang="zh-CN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500</a:t>
                      </a:r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错误</a:t>
                      </a:r>
                      <a:endParaRPr lang="zh-CN" altLang="en-US"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高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✅</a:t>
                      </a:r>
                      <a:r>
                        <a:rPr lang="en-US" altLang="zh-CN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</a:t>
                      </a:r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已修复</a:t>
                      </a:r>
                      <a:endParaRPr lang="zh-CN" altLang="en-US"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299720"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BUG-004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管理员库存页日期为空时</a:t>
                      </a:r>
                      <a:r>
                        <a:rPr lang="en-US" altLang="zh-CN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500</a:t>
                      </a:r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错误</a:t>
                      </a:r>
                      <a:endParaRPr lang="zh-CN" altLang="en-US"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高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✅</a:t>
                      </a:r>
                      <a:r>
                        <a:rPr lang="en-US" altLang="zh-CN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</a:t>
                      </a:r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已修复</a:t>
                      </a:r>
                      <a:endParaRPr lang="zh-CN" altLang="en-US"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299720"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BUG-007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管理员取消订单未恢复库存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高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✅</a:t>
                      </a:r>
                      <a:r>
                        <a:rPr lang="en-US" altLang="zh-CN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</a:t>
                      </a:r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已修复</a:t>
                      </a:r>
                      <a:endParaRPr lang="zh-CN" altLang="en-US"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299720"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BUG-002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仪表盘入住率统计逻辑需调整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中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✅</a:t>
                      </a:r>
                      <a:r>
                        <a:rPr lang="en-US" altLang="zh-CN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</a:t>
                      </a:r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已修复</a:t>
                      </a:r>
                      <a:endParaRPr lang="zh-CN" altLang="en-US"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299720"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BUG-005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房型卡片大图部分场景渲染异常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中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✅</a:t>
                      </a:r>
                      <a:r>
                        <a:rPr lang="en-US" altLang="zh-CN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</a:t>
                      </a:r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已修复</a:t>
                      </a:r>
                      <a:endParaRPr lang="zh-CN" altLang="en-US"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  <a:tr h="299720"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BUG-006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个人中心合并冲突残留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中</a:t>
                      </a:r>
                      <a:endParaRPr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✅</a:t>
                      </a:r>
                      <a:r>
                        <a:rPr lang="en-US" altLang="zh-CN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 </a:t>
                      </a:r>
                      <a:r>
                        <a:rPr lang="zh-CN" altLang="en-US" sz="955" b="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  <a:cs typeface="MiSans" panose="00000500000000000000" charset="-122"/>
                        </a:rPr>
                        <a:t>已修复</a:t>
                      </a:r>
                      <a:endParaRPr lang="zh-CN" altLang="en-US" sz="955" b="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  <a:cs typeface="MiSans" panose="00000500000000000000" charset="-122"/>
                      </a:endParaRPr>
                    </a:p>
                  </a:txBody>
                  <a:tcPr marT="60960" marB="60960" anchor="ctr">
                    <a:lnL w="7599">
                      <a:solidFill>
                        <a:srgbClr val="E2D4C4"/>
                      </a:solidFill>
                      <a:prstDash val="solid"/>
                    </a:lnL>
                    <a:lnR w="7599">
                      <a:solidFill>
                        <a:srgbClr val="E2D4C4"/>
                      </a:solidFill>
                      <a:prstDash val="solid"/>
                    </a:lnR>
                    <a:lnT w="7599">
                      <a:solidFill>
                        <a:srgbClr val="E2D4C4"/>
                      </a:solidFill>
                      <a:prstDash val="solid"/>
                    </a:lnT>
                    <a:lnB w="7599">
                      <a:solidFill>
                        <a:srgbClr val="E2D4C4"/>
                      </a:solidFill>
                      <a:prstDash val="solid"/>
                    </a:lnB>
                    <a:solidFill>
                      <a:srgbClr val="FBF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19100" y="280988"/>
            <a:ext cx="113538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项目总结与展望</a:t>
            </a:r>
            <a:endParaRPr sz="300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461645" y="937895"/>
            <a:ext cx="5495925" cy="2724150"/>
          </a:xfrm>
          <a:custGeom>
            <a:avLst/>
            <a:gdLst>
              <a:gd name="sw" fmla="*/ 1 w 8655"/>
              <a:gd name="sh" fmla="*/ 1 h 4290"/>
              <a:gd name="mins" fmla="min sw sh"/>
              <a:gd name="dsw" fmla="+- 0 sw mins"/>
              <a:gd name="dsh" fmla="+- 0 sh mins"/>
              <a:gd name="p0x0" fmla="*/ 150 w 8655"/>
              <a:gd name="p0y0" fmla="*/ 0 h 4290"/>
              <a:gd name="p0x1" fmla="*/ 8505 w 8655"/>
              <a:gd name="p0y1" fmla="*/ 0 h 4290"/>
              <a:gd name="p0x2" fmla="*/ 8587 w 8655"/>
              <a:gd name="p0y2" fmla="*/ 0 h 4290"/>
              <a:gd name="p0x3" fmla="*/ 8655 w 8655"/>
              <a:gd name="p0y3" fmla="*/ 67 h 4290"/>
              <a:gd name="p0x4" fmla="*/ 8655 w 8655"/>
              <a:gd name="p0y4" fmla="*/ 150 h 4290"/>
              <a:gd name="p0x5" fmla="*/ 8655 w 8655"/>
              <a:gd name="p0y5" fmla="*/ 4140 h 4290"/>
              <a:gd name="p0x6" fmla="*/ 8655 w 8655"/>
              <a:gd name="p0y6" fmla="*/ 4222 h 4290"/>
              <a:gd name="p0x7" fmla="*/ 8587 w 8655"/>
              <a:gd name="p0y7" fmla="*/ 4290 h 4290"/>
              <a:gd name="p0x8" fmla="*/ 8505 w 8655"/>
              <a:gd name="p0y8" fmla="*/ 4290 h 4290"/>
              <a:gd name="p0x9" fmla="*/ 150 w 8655"/>
              <a:gd name="p0y9" fmla="*/ 4290 h 4290"/>
              <a:gd name="p0x10" fmla="*/ 67 w 8655"/>
              <a:gd name="p0y10" fmla="*/ 4290 h 4290"/>
              <a:gd name="p0x11" fmla="*/ 0 w 8655"/>
              <a:gd name="p0y11" fmla="*/ 4222 h 4290"/>
              <a:gd name="p0x12" fmla="*/ 0 w 8655"/>
              <a:gd name="p0y12" fmla="*/ 4140 h 4290"/>
              <a:gd name="p0x13" fmla="*/ 0 w 8655"/>
              <a:gd name="p0y13" fmla="*/ 150 h 4290"/>
              <a:gd name="p0x14" fmla="*/ 0 w 8655"/>
              <a:gd name="p0y14" fmla="*/ 67 h 4290"/>
              <a:gd name="p0x15" fmla="*/ 67 w 8655"/>
              <a:gd name="p0y15" fmla="*/ 0 h 4290"/>
              <a:gd name="p0x16" fmla="*/ 150 w 8655"/>
              <a:gd name="p0y16" fmla="*/ 0 h 42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657225" y="11334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941" t="-4510" r="-2941" b="-4510"/>
          <a:stretch>
            <a:fillRect/>
          </a:stretch>
        </p:blipFill>
        <p:spPr>
          <a:xfrm>
            <a:off x="781050" y="1252220"/>
            <a:ext cx="171450" cy="1765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152525" y="1172527"/>
            <a:ext cx="1485976" cy="3362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9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已完成功能</a:t>
            </a:r>
            <a:endParaRPr sz="19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657225" y="177355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781050" y="1680429"/>
            <a:ext cx="3224955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用户系统（注册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登录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个人中心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信用机制）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657225" y="203009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781050" y="1936861"/>
            <a:ext cx="3377355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房型浏览搜索（日期筛选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关键字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分页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详情）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657225" y="228600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781050" y="2193293"/>
            <a:ext cx="3623224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在线预订（日期验证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库存检查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悲观锁并发控制）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4"/>
            </p:custDataLst>
          </p:nvPr>
        </p:nvSpPr>
        <p:spPr>
          <a:xfrm>
            <a:off x="657225" y="254254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781050" y="2449725"/>
            <a:ext cx="2920155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订单全生命周期（支付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入住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退房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取消）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6"/>
            </p:custDataLst>
          </p:nvPr>
        </p:nvSpPr>
        <p:spPr>
          <a:xfrm>
            <a:off x="657225" y="279908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781050" y="2706157"/>
            <a:ext cx="3377355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评价系统（五星评分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评论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去重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平均分计算）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8"/>
            </p:custDataLst>
          </p:nvPr>
        </p:nvSpPr>
        <p:spPr>
          <a:xfrm>
            <a:off x="657225" y="305562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781050" y="2962589"/>
            <a:ext cx="3647704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管理员后台（仪表盘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房型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库存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订单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用户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评价）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657225" y="331216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1"/>
            </p:custDataLst>
          </p:nvPr>
        </p:nvSpPr>
        <p:spPr>
          <a:xfrm>
            <a:off x="781050" y="3219021"/>
            <a:ext cx="3714969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安全机制（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BCrypt/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防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XSS/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防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SQL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注入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权限控制）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2"/>
            </p:custDataLst>
          </p:nvPr>
        </p:nvSpPr>
        <p:spPr>
          <a:xfrm>
            <a:off x="461645" y="3823970"/>
            <a:ext cx="5495925" cy="2724150"/>
          </a:xfrm>
          <a:custGeom>
            <a:avLst/>
            <a:gdLst>
              <a:gd name="sw" fmla="*/ 1 w 8655"/>
              <a:gd name="sh" fmla="*/ 1 h 4290"/>
              <a:gd name="mins" fmla="min sw sh"/>
              <a:gd name="dsw" fmla="+- 0 sw mins"/>
              <a:gd name="dsh" fmla="+- 0 sh mins"/>
              <a:gd name="p0x0" fmla="*/ 150 w 8655"/>
              <a:gd name="p0y0" fmla="*/ 0 h 4290"/>
              <a:gd name="p0x1" fmla="*/ 8505 w 8655"/>
              <a:gd name="p0y1" fmla="*/ 0 h 4290"/>
              <a:gd name="p0x2" fmla="*/ 8587 w 8655"/>
              <a:gd name="p0y2" fmla="*/ 0 h 4290"/>
              <a:gd name="p0x3" fmla="*/ 8655 w 8655"/>
              <a:gd name="p0y3" fmla="*/ 67 h 4290"/>
              <a:gd name="p0x4" fmla="*/ 8655 w 8655"/>
              <a:gd name="p0y4" fmla="*/ 150 h 4290"/>
              <a:gd name="p0x5" fmla="*/ 8655 w 8655"/>
              <a:gd name="p0y5" fmla="*/ 4140 h 4290"/>
              <a:gd name="p0x6" fmla="*/ 8655 w 8655"/>
              <a:gd name="p0y6" fmla="*/ 4222 h 4290"/>
              <a:gd name="p0x7" fmla="*/ 8587 w 8655"/>
              <a:gd name="p0y7" fmla="*/ 4290 h 4290"/>
              <a:gd name="p0x8" fmla="*/ 8505 w 8655"/>
              <a:gd name="p0y8" fmla="*/ 4290 h 4290"/>
              <a:gd name="p0x9" fmla="*/ 150 w 8655"/>
              <a:gd name="p0y9" fmla="*/ 4290 h 4290"/>
              <a:gd name="p0x10" fmla="*/ 67 w 8655"/>
              <a:gd name="p0y10" fmla="*/ 4290 h 4290"/>
              <a:gd name="p0x11" fmla="*/ 0 w 8655"/>
              <a:gd name="p0y11" fmla="*/ 4222 h 4290"/>
              <a:gd name="p0x12" fmla="*/ 0 w 8655"/>
              <a:gd name="p0y12" fmla="*/ 4140 h 4290"/>
              <a:gd name="p0x13" fmla="*/ 0 w 8655"/>
              <a:gd name="p0y13" fmla="*/ 150 h 4290"/>
              <a:gd name="p0x14" fmla="*/ 0 w 8655"/>
              <a:gd name="p0y14" fmla="*/ 67 h 4290"/>
              <a:gd name="p0x15" fmla="*/ 67 w 8655"/>
              <a:gd name="p0y15" fmla="*/ 0 h 4290"/>
              <a:gd name="p0x16" fmla="*/ 150 w 8655"/>
              <a:gd name="p0y16" fmla="*/ 0 h 42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3"/>
            </p:custDataLst>
          </p:nvPr>
        </p:nvSpPr>
        <p:spPr>
          <a:xfrm>
            <a:off x="657225" y="40195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3860" t="-11778" r="-3860" b="-11778"/>
          <a:stretch>
            <a:fillRect/>
          </a:stretch>
        </p:blipFill>
        <p:spPr>
          <a:xfrm>
            <a:off x="768985" y="4138295"/>
            <a:ext cx="194945" cy="17653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27"/>
            </p:custDataLst>
          </p:nvPr>
        </p:nvSpPr>
        <p:spPr>
          <a:xfrm>
            <a:off x="1152525" y="4058603"/>
            <a:ext cx="1238326" cy="3362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9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技术收获</a:t>
            </a:r>
            <a:endParaRPr sz="19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8"/>
            </p:custDataLst>
          </p:nvPr>
        </p:nvSpPr>
        <p:spPr>
          <a:xfrm>
            <a:off x="657225" y="480187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9"/>
            </p:custDataLst>
          </p:nvPr>
        </p:nvSpPr>
        <p:spPr>
          <a:xfrm>
            <a:off x="781050" y="4708941"/>
            <a:ext cx="3113856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掌握了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Spring Boot + JPA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全栈开发流程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0"/>
            </p:custDataLst>
          </p:nvPr>
        </p:nvSpPr>
        <p:spPr>
          <a:xfrm>
            <a:off x="657225" y="521970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31"/>
            </p:custDataLst>
          </p:nvPr>
        </p:nvSpPr>
        <p:spPr>
          <a:xfrm>
            <a:off x="781050" y="5126850"/>
            <a:ext cx="2895676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深入理解事务管理、悲观锁、状态机设计</a:t>
            </a:r>
            <a:endParaRPr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2"/>
            </p:custDataLst>
          </p:nvPr>
        </p:nvSpPr>
        <p:spPr>
          <a:xfrm>
            <a:off x="657225" y="563753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33"/>
            </p:custDataLst>
          </p:nvPr>
        </p:nvSpPr>
        <p:spPr>
          <a:xfrm>
            <a:off x="781050" y="5544760"/>
            <a:ext cx="3086767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实践了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Git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分支协作与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PR Code Review</a:t>
            </a:r>
            <a:endParaRPr lang="en-US" altLang="zh-CN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4"/>
            </p:custDataLst>
          </p:nvPr>
        </p:nvSpPr>
        <p:spPr>
          <a:xfrm>
            <a:off x="657225" y="605536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5"/>
            </p:custDataLst>
          </p:nvPr>
        </p:nvSpPr>
        <p:spPr>
          <a:xfrm>
            <a:off x="781050" y="5962669"/>
            <a:ext cx="2286076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积累了完整的测试文档编写经验</a:t>
            </a:r>
            <a:endParaRPr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6"/>
            </p:custDataLst>
          </p:nvPr>
        </p:nvSpPr>
        <p:spPr>
          <a:xfrm>
            <a:off x="6233795" y="937895"/>
            <a:ext cx="5495925" cy="1842770"/>
          </a:xfrm>
          <a:custGeom>
            <a:avLst/>
            <a:gdLst>
              <a:gd name="sw" fmla="*/ 1 w 8655"/>
              <a:gd name="sh" fmla="*/ 1 h 2902"/>
              <a:gd name="mins" fmla="min sw sh"/>
              <a:gd name="dsw" fmla="+- 0 sw mins"/>
              <a:gd name="dsh" fmla="+- 0 sh mins"/>
              <a:gd name="p0x0" fmla="*/ 150 w 8655"/>
              <a:gd name="p0y0" fmla="*/ 0 h 2902"/>
              <a:gd name="p0x1" fmla="*/ 8505 w 8655"/>
              <a:gd name="p0y1" fmla="*/ 0 h 2902"/>
              <a:gd name="p0x2" fmla="*/ 8587 w 8655"/>
              <a:gd name="p0y2" fmla="*/ 0 h 2902"/>
              <a:gd name="p0x3" fmla="*/ 8655 w 8655"/>
              <a:gd name="p0y3" fmla="*/ 67 h 2902"/>
              <a:gd name="p0x4" fmla="*/ 8655 w 8655"/>
              <a:gd name="p0y4" fmla="*/ 150 h 2902"/>
              <a:gd name="p0x5" fmla="*/ 8655 w 8655"/>
              <a:gd name="p0y5" fmla="*/ 2752 h 2902"/>
              <a:gd name="p0x6" fmla="*/ 8655 w 8655"/>
              <a:gd name="p0y6" fmla="*/ 2834 h 2902"/>
              <a:gd name="p0x7" fmla="*/ 8587 w 8655"/>
              <a:gd name="p0y7" fmla="*/ 2902 h 2902"/>
              <a:gd name="p0x8" fmla="*/ 8505 w 8655"/>
              <a:gd name="p0y8" fmla="*/ 2902 h 2902"/>
              <a:gd name="p0x9" fmla="*/ 150 w 8655"/>
              <a:gd name="p0y9" fmla="*/ 2902 h 2902"/>
              <a:gd name="p0x10" fmla="*/ 67 w 8655"/>
              <a:gd name="p0y10" fmla="*/ 2902 h 2902"/>
              <a:gd name="p0x11" fmla="*/ 0 w 8655"/>
              <a:gd name="p0y11" fmla="*/ 2834 h 2902"/>
              <a:gd name="p0x12" fmla="*/ 0 w 8655"/>
              <a:gd name="p0y12" fmla="*/ 2752 h 2902"/>
              <a:gd name="p0x13" fmla="*/ 0 w 8655"/>
              <a:gd name="p0y13" fmla="*/ 150 h 2902"/>
              <a:gd name="p0x14" fmla="*/ 0 w 8655"/>
              <a:gd name="p0y14" fmla="*/ 67 h 2902"/>
              <a:gd name="p0x15" fmla="*/ 67 w 8655"/>
              <a:gd name="p0y15" fmla="*/ 0 h 2902"/>
              <a:gd name="p0x16" fmla="*/ 150 w 8655"/>
              <a:gd name="p0y16" fmla="*/ 0 h 290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37"/>
            </p:custDataLst>
          </p:nvPr>
        </p:nvSpPr>
        <p:spPr>
          <a:xfrm>
            <a:off x="6429375" y="11334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6250" t="-7917" r="-6250" b="-7917"/>
          <a:stretch>
            <a:fillRect/>
          </a:stretch>
        </p:blipFill>
        <p:spPr>
          <a:xfrm>
            <a:off x="6553200" y="1252220"/>
            <a:ext cx="171450" cy="17653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1"/>
            </p:custDataLst>
          </p:nvPr>
        </p:nvSpPr>
        <p:spPr>
          <a:xfrm>
            <a:off x="6924675" y="1172527"/>
            <a:ext cx="1238326" cy="3362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9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功能增强</a:t>
            </a:r>
            <a:endParaRPr sz="19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2"/>
            </p:custDataLst>
          </p:nvPr>
        </p:nvSpPr>
        <p:spPr>
          <a:xfrm>
            <a:off x="6429375" y="175133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43"/>
            </p:custDataLst>
          </p:nvPr>
        </p:nvSpPr>
        <p:spPr>
          <a:xfrm>
            <a:off x="6553200" y="1658036"/>
            <a:ext cx="2497407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接入真实支付接口（微信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支付宝）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44"/>
            </p:custDataLst>
          </p:nvPr>
        </p:nvSpPr>
        <p:spPr>
          <a:xfrm>
            <a:off x="6429375" y="198501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45"/>
            </p:custDataLst>
          </p:nvPr>
        </p:nvSpPr>
        <p:spPr>
          <a:xfrm>
            <a:off x="6553200" y="1892065"/>
            <a:ext cx="2802207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邮件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短信通知（预订确认、入住提醒）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46"/>
            </p:custDataLst>
          </p:nvPr>
        </p:nvSpPr>
        <p:spPr>
          <a:xfrm>
            <a:off x="6429375" y="221932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47"/>
            </p:custDataLst>
          </p:nvPr>
        </p:nvSpPr>
        <p:spPr>
          <a:xfrm>
            <a:off x="6553200" y="2126104"/>
            <a:ext cx="2590876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房型图片上传（替代手动填写路径）</a:t>
            </a:r>
            <a:endParaRPr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48"/>
            </p:custDataLst>
          </p:nvPr>
        </p:nvSpPr>
        <p:spPr>
          <a:xfrm>
            <a:off x="6429375" y="245300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49"/>
            </p:custDataLst>
          </p:nvPr>
        </p:nvSpPr>
        <p:spPr>
          <a:xfrm>
            <a:off x="6553200" y="2360133"/>
            <a:ext cx="2895676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数据可视化图表（入住趋势、营收分析）</a:t>
            </a:r>
            <a:endParaRPr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50"/>
            </p:custDataLst>
          </p:nvPr>
        </p:nvSpPr>
        <p:spPr>
          <a:xfrm>
            <a:off x="6233795" y="2942590"/>
            <a:ext cx="5495925" cy="1842770"/>
          </a:xfrm>
          <a:custGeom>
            <a:avLst/>
            <a:gdLst>
              <a:gd name="sw" fmla="*/ 1 w 8655"/>
              <a:gd name="sh" fmla="*/ 1 h 2902"/>
              <a:gd name="mins" fmla="min sw sh"/>
              <a:gd name="dsw" fmla="+- 0 sw mins"/>
              <a:gd name="dsh" fmla="+- 0 sh mins"/>
              <a:gd name="p0x0" fmla="*/ 150 w 8655"/>
              <a:gd name="p0y0" fmla="*/ 0 h 2902"/>
              <a:gd name="p0x1" fmla="*/ 8505 w 8655"/>
              <a:gd name="p0y1" fmla="*/ 0 h 2902"/>
              <a:gd name="p0x2" fmla="*/ 8587 w 8655"/>
              <a:gd name="p0y2" fmla="*/ 0 h 2902"/>
              <a:gd name="p0x3" fmla="*/ 8655 w 8655"/>
              <a:gd name="p0y3" fmla="*/ 67 h 2902"/>
              <a:gd name="p0x4" fmla="*/ 8655 w 8655"/>
              <a:gd name="p0y4" fmla="*/ 150 h 2902"/>
              <a:gd name="p0x5" fmla="*/ 8655 w 8655"/>
              <a:gd name="p0y5" fmla="*/ 2752 h 2902"/>
              <a:gd name="p0x6" fmla="*/ 8655 w 8655"/>
              <a:gd name="p0y6" fmla="*/ 2834 h 2902"/>
              <a:gd name="p0x7" fmla="*/ 8587 w 8655"/>
              <a:gd name="p0y7" fmla="*/ 2902 h 2902"/>
              <a:gd name="p0x8" fmla="*/ 8505 w 8655"/>
              <a:gd name="p0y8" fmla="*/ 2902 h 2902"/>
              <a:gd name="p0x9" fmla="*/ 150 w 8655"/>
              <a:gd name="p0y9" fmla="*/ 2902 h 2902"/>
              <a:gd name="p0x10" fmla="*/ 67 w 8655"/>
              <a:gd name="p0y10" fmla="*/ 2902 h 2902"/>
              <a:gd name="p0x11" fmla="*/ 0 w 8655"/>
              <a:gd name="p0y11" fmla="*/ 2834 h 2902"/>
              <a:gd name="p0x12" fmla="*/ 0 w 8655"/>
              <a:gd name="p0y12" fmla="*/ 2752 h 2902"/>
              <a:gd name="p0x13" fmla="*/ 0 w 8655"/>
              <a:gd name="p0y13" fmla="*/ 150 h 2902"/>
              <a:gd name="p0x14" fmla="*/ 0 w 8655"/>
              <a:gd name="p0y14" fmla="*/ 67 h 2902"/>
              <a:gd name="p0x15" fmla="*/ 67 w 8655"/>
              <a:gd name="p0y15" fmla="*/ 0 h 2902"/>
              <a:gd name="p0x16" fmla="*/ 150 w 8655"/>
              <a:gd name="p0y16" fmla="*/ 0 h 290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>
            <p:custDataLst>
              <p:tags r:id="rId51"/>
            </p:custDataLst>
          </p:nvPr>
        </p:nvSpPr>
        <p:spPr>
          <a:xfrm>
            <a:off x="6429375" y="31381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 l="-2941" t="-4510" r="-2941" b="-4510"/>
          <a:stretch>
            <a:fillRect/>
          </a:stretch>
        </p:blipFill>
        <p:spPr>
          <a:xfrm>
            <a:off x="6553200" y="3256915"/>
            <a:ext cx="171450" cy="176530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55"/>
            </p:custDataLst>
          </p:nvPr>
        </p:nvSpPr>
        <p:spPr>
          <a:xfrm>
            <a:off x="6924675" y="3177245"/>
            <a:ext cx="1238326" cy="3362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9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技术优化</a:t>
            </a:r>
            <a:endParaRPr sz="19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56"/>
            </p:custDataLst>
          </p:nvPr>
        </p:nvSpPr>
        <p:spPr>
          <a:xfrm>
            <a:off x="6429375" y="375602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57"/>
            </p:custDataLst>
          </p:nvPr>
        </p:nvSpPr>
        <p:spPr>
          <a:xfrm>
            <a:off x="6553200" y="3662753"/>
            <a:ext cx="3189761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en-US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RESTful API +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前后端分离（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Vue/React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）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58"/>
            </p:custDataLst>
          </p:nvPr>
        </p:nvSpPr>
        <p:spPr>
          <a:xfrm>
            <a:off x="6429375" y="398970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59"/>
            </p:custDataLst>
          </p:nvPr>
        </p:nvSpPr>
        <p:spPr>
          <a:xfrm>
            <a:off x="6553200" y="3896782"/>
            <a:ext cx="1820313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Redis </a:t>
            </a:r>
            <a:r>
              <a:rPr 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缓存热门房型数据</a:t>
            </a:r>
            <a:endParaRPr lang="zh-CN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60"/>
            </p:custDataLst>
          </p:nvPr>
        </p:nvSpPr>
        <p:spPr>
          <a:xfrm>
            <a:off x="6429375" y="422402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61"/>
            </p:custDataLst>
          </p:nvPr>
        </p:nvSpPr>
        <p:spPr>
          <a:xfrm>
            <a:off x="6553200" y="4130821"/>
            <a:ext cx="1481661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Docker </a:t>
            </a:r>
            <a:r>
              <a:rPr 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容器化部署</a:t>
            </a:r>
            <a:endParaRPr lang="zh-CN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6" name="任意多边形 55"/>
          <p:cNvSpPr/>
          <p:nvPr>
            <p:custDataLst>
              <p:tags r:id="rId62"/>
            </p:custDataLst>
          </p:nvPr>
        </p:nvSpPr>
        <p:spPr>
          <a:xfrm>
            <a:off x="6429375" y="445770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63"/>
            </p:custDataLst>
          </p:nvPr>
        </p:nvSpPr>
        <p:spPr>
          <a:xfrm>
            <a:off x="6553200" y="4364850"/>
            <a:ext cx="2205704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集成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CI/CD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自动化测试与部署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64"/>
            </p:custDataLst>
          </p:nvPr>
        </p:nvSpPr>
        <p:spPr>
          <a:xfrm>
            <a:off x="6233795" y="4947285"/>
            <a:ext cx="5495925" cy="1600835"/>
          </a:xfrm>
          <a:custGeom>
            <a:avLst/>
            <a:gdLst>
              <a:gd name="sw" fmla="*/ 1 w 8655"/>
              <a:gd name="sh" fmla="*/ 1 h 2520"/>
              <a:gd name="mins" fmla="min sw sh"/>
              <a:gd name="dsw" fmla="+- 0 sw mins"/>
              <a:gd name="dsh" fmla="+- 0 sh mins"/>
              <a:gd name="p0x0" fmla="*/ 150 w 8655"/>
              <a:gd name="p0y0" fmla="*/ 0 h 2520"/>
              <a:gd name="p0x1" fmla="*/ 8505 w 8655"/>
              <a:gd name="p0y1" fmla="*/ 0 h 2520"/>
              <a:gd name="p0x2" fmla="*/ 8587 w 8655"/>
              <a:gd name="p0y2" fmla="*/ 0 h 2520"/>
              <a:gd name="p0x3" fmla="*/ 8655 w 8655"/>
              <a:gd name="p0y3" fmla="*/ 67 h 2520"/>
              <a:gd name="p0x4" fmla="*/ 8655 w 8655"/>
              <a:gd name="p0y4" fmla="*/ 150 h 2520"/>
              <a:gd name="p0x5" fmla="*/ 8655 w 8655"/>
              <a:gd name="p0y5" fmla="*/ 2370 h 2520"/>
              <a:gd name="p0x6" fmla="*/ 8655 w 8655"/>
              <a:gd name="p0y6" fmla="*/ 2453 h 2520"/>
              <a:gd name="p0x7" fmla="*/ 8587 w 8655"/>
              <a:gd name="p0y7" fmla="*/ 2520 h 2520"/>
              <a:gd name="p0x8" fmla="*/ 8505 w 8655"/>
              <a:gd name="p0y8" fmla="*/ 2520 h 2520"/>
              <a:gd name="p0x9" fmla="*/ 150 w 8655"/>
              <a:gd name="p0y9" fmla="*/ 2520 h 2520"/>
              <a:gd name="p0x10" fmla="*/ 67 w 8655"/>
              <a:gd name="p0y10" fmla="*/ 2520 h 2520"/>
              <a:gd name="p0x11" fmla="*/ 0 w 8655"/>
              <a:gd name="p0y11" fmla="*/ 2453 h 2520"/>
              <a:gd name="p0x12" fmla="*/ 0 w 8655"/>
              <a:gd name="p0y12" fmla="*/ 2370 h 2520"/>
              <a:gd name="p0x13" fmla="*/ 0 w 8655"/>
              <a:gd name="p0y13" fmla="*/ 150 h 2520"/>
              <a:gd name="p0x14" fmla="*/ 0 w 8655"/>
              <a:gd name="p0y14" fmla="*/ 67 h 2520"/>
              <a:gd name="p0x15" fmla="*/ 67 w 8655"/>
              <a:gd name="p0y15" fmla="*/ 0 h 2520"/>
              <a:gd name="p0x16" fmla="*/ 150 w 8655"/>
              <a:gd name="p0y16" fmla="*/ 0 h 25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A"/>
          </a:solidFill>
          <a:ln w="9525" cmpd="sng">
            <a:solidFill>
              <a:srgbClr val="EFE4D8"/>
            </a:solidFill>
            <a:prstDash val="solid"/>
          </a:ln>
          <a:effectLst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>
            <p:custDataLst>
              <p:tags r:id="rId65"/>
            </p:custDataLst>
          </p:nvPr>
        </p:nvSpPr>
        <p:spPr>
          <a:xfrm>
            <a:off x="6429375" y="51428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C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66"/>
            </p:custDataLst>
          </p:nvPr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 l="-3333" t="-11778" r="-3333" b="-11778"/>
          <a:stretch>
            <a:fillRect/>
          </a:stretch>
        </p:blipFill>
        <p:spPr>
          <a:xfrm>
            <a:off x="6562725" y="5261610"/>
            <a:ext cx="152400" cy="176530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69"/>
            </p:custDataLst>
          </p:nvPr>
        </p:nvSpPr>
        <p:spPr>
          <a:xfrm>
            <a:off x="6924675" y="5181962"/>
            <a:ext cx="1238326" cy="3362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950" b="1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</a:rPr>
              <a:t>运维提升</a:t>
            </a:r>
            <a:endParaRPr sz="1950" b="1">
              <a:solidFill>
                <a:srgbClr val="000000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2" name="任意多边形 61"/>
          <p:cNvSpPr/>
          <p:nvPr>
            <p:custDataLst>
              <p:tags r:id="rId70"/>
            </p:custDataLst>
          </p:nvPr>
        </p:nvSpPr>
        <p:spPr>
          <a:xfrm>
            <a:off x="6429375" y="582930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>
            <p:custDataLst>
              <p:tags r:id="rId71"/>
            </p:custDataLst>
          </p:nvPr>
        </p:nvSpPr>
        <p:spPr>
          <a:xfrm>
            <a:off x="6553200" y="5736527"/>
            <a:ext cx="234776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操作日志审计（</a:t>
            </a:r>
            <a:r>
              <a:rPr lang="en-US" altLang="zh-CN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AOP + </a:t>
            </a:r>
            <a:r>
              <a:rPr lang="zh-CN" altLang="en-US"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日志表）</a:t>
            </a:r>
            <a:endParaRPr lang="zh-CN" altLang="en-US"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64" name="任意多边形 63"/>
          <p:cNvSpPr/>
          <p:nvPr>
            <p:custDataLst>
              <p:tags r:id="rId72"/>
            </p:custDataLst>
          </p:nvPr>
        </p:nvSpPr>
        <p:spPr>
          <a:xfrm>
            <a:off x="6429375" y="615188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591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>
            <p:custDataLst>
              <p:tags r:id="rId73"/>
            </p:custDataLst>
          </p:nvPr>
        </p:nvSpPr>
        <p:spPr>
          <a:xfrm>
            <a:off x="6553200" y="6058662"/>
            <a:ext cx="1524076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200">
                <a:solidFill>
                  <a:srgbClr val="4A3828"/>
                </a:solidFill>
                <a:latin typeface="MiSans" panose="00000500000000000000" charset="-122"/>
                <a:ea typeface="MiSans" panose="00000500000000000000" charset="-122"/>
              </a:rPr>
              <a:t>压力测试与性能优化</a:t>
            </a:r>
            <a:endParaRPr sz="1200">
              <a:solidFill>
                <a:srgbClr val="4A3828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7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4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感谢聆听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SCONTENTSTITLE" val="1"/>
  <p:tag name="LayoutZOrder" val="4"/>
  <p:tag name="KSO_WM_UNIT_ID" val="_2*i*3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SCONTENTSTITLE" val="1"/>
  <p:tag name="LayoutZOrder" val="7"/>
  <p:tag name="KSO_WM_UNIT_ID" val="_2*i*6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SCONTENTSTITLE" val="1"/>
  <p:tag name="LayoutZOrder" val="8"/>
  <p:tag name="KSO_WM_UNIT_ID" val="_2*i*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SCONTENTSTITLE" val="1"/>
  <p:tag name="LayoutZOrder" val="9"/>
  <p:tag name="KSO_WM_UNIT_ID" val="_2*i*8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SCONTENTSTITLE" val="1"/>
  <p:tag name="LayoutZOrder" val="10"/>
  <p:tag name="KSO_WM_UNIT_ID" val="_2*i*9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USER_THEME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USER_THEME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USER_THEME" val="1"/>
</p:tagLst>
</file>

<file path=ppt/tags/tag17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8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2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3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4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5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6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0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4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8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5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46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2"/>
  <p:tag name="KSO_WM_UNIT_ID" val="_9*i*8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5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3"/>
  <p:tag name="KSO_WM_UNIT_ID" val="_9*i*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52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</p:tagLst>
</file>

<file path=ppt/tags/tag5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454081e249b9caf2f7cd64be59fa49c84b83def5"/>
  <p:tag name="KSO_WM_NEWLAYOUT_ID" val="1474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a*1"/>
  <p:tag name="KSO_WM_UNIT_LAYERLEVEL" val="1"/>
  <p:tag name="KSO_WM_TAG_VERSION" val="3.0"/>
</p:tagLst>
</file>

<file path=ppt/tags/tag5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9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TEXT_LAYER_COUNT" val="1"/>
  <p:tag name="KSO_WM_UNIT_PRESET_TEXT_INDEX" val="-1"/>
  <p:tag name="KSO_WM_UNIT_PRESET_TEXT_LEN" val="0"/>
  <p:tag name="KSO_WM_UNIT_NOCLEAR" val="0"/>
  <p:tag name="KSO_WM_UNIT_COMPATIBLE" val="0"/>
  <p:tag name="KSO_WM_UNIT_DIAGRAM_ISNUMVISUAL" val="0"/>
  <p:tag name="KSO_WM_UNIT_DIAGRAM_ISREFERUNIT" val="0"/>
  <p:tag name="KSO_WM_UNIT_ID" val="_9*f*2"/>
  <p:tag name="KSO_WM_UNIT_LAYERLEVEL" val="1"/>
  <p:tag name="KSO_WM_TAG_VERSION" val="3.0"/>
</p:tagLst>
</file>

<file path=ppt/tags/tag5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9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3"/>
  <p:tag name="KSO_WM_UNIT_ID" val="_9*i*4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5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4"/>
  <p:tag name="KSO_WM_UNIT_ID" val="_9*i*5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6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5"/>
  <p:tag name="KSO_WM_UNIT_ID" val="_9*i*6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6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6"/>
  <p:tag name="KSO_WM_UNIT_ID" val="_9*i*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6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3"/>
  <p:tag name="KSO_WM_UNIT_ID" val="_10*i*4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6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4"/>
  <p:tag name="KSO_WM_UNIT_ID" val="_10*i*5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6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5"/>
  <p:tag name="KSO_WM_UNIT_ID" val="_10*i*6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6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6"/>
  <p:tag name="KSO_WM_UNIT_ID" val="_10*i*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2"/>
  <p:tag name="KSO_WM_UNIT_ID" val="_10*i*8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6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3"/>
  <p:tag name="KSO_WM_UNIT_ID" val="_10*i*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7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ba322085c053f094955d0d1c0ef4b1b9cf5dfea7"/>
  <p:tag name="KSO_WM_NEWLAYOUT_ID" val="1482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</p:tagLst>
</file>

<file path=ppt/tags/tag7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_INDEX" val="-1"/>
  <p:tag name="KSO_WM_UNIT_PRESET_TEXT_LEN" val="0"/>
  <p:tag name="KSO_WM_UNIT_NOCLEAR" val="0"/>
  <p:tag name="KSO_WM_UNIT_COMPATIBLE" val="1"/>
  <p:tag name="KSO_WM_UNIT_DIAGRAM_ISNUMVISUAL" val="0"/>
  <p:tag name="KSO_WM_UNIT_DIAGRAM_ISREFERUNIT" val="0"/>
  <p:tag name="KSO_WM_UNIT_ID" val="_10*e*1"/>
  <p:tag name="KSO_WM_UNIT_LAYERLEVEL" val="1"/>
  <p:tag name="KSO_WM_TAG_VERSION" val="3.0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2"/>
  <p:tag name="KSO_WM_UNIT_ID" val="_11*i*8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7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3"/>
  <p:tag name="KSO_WM_UNIT_ID" val="_11*i*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7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7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d4d9f1e182c9d84e8f28e21886f49bb5bafd3cda"/>
  <p:tag name="KSO_WM_NEWLAYOUT_ID" val="1486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3"/>
  <p:tag name="KSO_WM_UNIT_ID" val="_11*i*4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8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4"/>
  <p:tag name="KSO_WM_UNIT_ID" val="_11*i*5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8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5"/>
  <p:tag name="KSO_WM_UNIT_ID" val="_11*i*6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8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6"/>
  <p:tag name="KSO_WM_UNIT_ID" val="_11*i*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b*1"/>
  <p:tag name="KSO_WM_UNIT_LAYERLEVEL" val="1"/>
  <p:tag name="KSO_WM_TAG_VERSION" val="3.0"/>
</p:tagLst>
</file>

<file path=ppt/tags/tag9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1d6534a566739efab2f3215c06cca9f111c8be0"/>
  <p:tag name="KSO_WM_NEWLAYOUT_ID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a*1"/>
  <p:tag name="KSO_WM_UNIT_LAYERLEVEL" val="1"/>
  <p:tag name="KSO_WM_TAG_VERSION" val="3.0"/>
</p:tagLst>
</file>

<file path=ppt/tags/tag91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1_1"/>
  <p:tag name="KSO_WM_UNIT_LAYERLEVEL" val="1_1_1"/>
  <p:tag name="KSO_WM_TAG_VERSION" val="3.0"/>
</p:tagLst>
</file>

<file path=ppt/tags/tag92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1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1_2"/>
  <p:tag name="KSO_WM_UNIT_LAYERLEVEL" val="1_1_1"/>
  <p:tag name="KSO_WM_TAG_VERSION" val="3.0"/>
</p:tagLst>
</file>

<file path=ppt/tags/tag93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l_h_a*1_1_1"/>
  <p:tag name="KSO_WM_UNIT_LAYERLEVEL" val="1_1_1"/>
  <p:tag name="KSO_WM_TAG_VERSION" val="3.0"/>
</p:tagLst>
</file>

<file path=ppt/tags/tag94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2_1"/>
  <p:tag name="KSO_WM_UNIT_LAYERLEVEL" val="1_1_1"/>
  <p:tag name="KSO_WM_TAG_VERSION" val="3.0"/>
</p:tagLst>
</file>

<file path=ppt/tags/tag95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2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2_2"/>
  <p:tag name="KSO_WM_UNIT_LAYERLEVEL" val="1_1_1"/>
  <p:tag name="KSO_WM_TAG_VERSION" val="3.0"/>
</p:tagLst>
</file>

<file path=ppt/tags/tag96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l_h_a*1_2_1"/>
  <p:tag name="KSO_WM_UNIT_LAYERLEVEL" val="1_1_1"/>
  <p:tag name="KSO_WM_TAG_VERSION" val="3.0"/>
</p:tagLst>
</file>

<file path=ppt/tags/tag97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3_1"/>
  <p:tag name="KSO_WM_UNIT_LAYERLEVEL" val="1_1_1"/>
  <p:tag name="KSO_WM_TAG_VERSION" val="3.0"/>
</p:tagLst>
</file>

<file path=ppt/tags/tag98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3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3_2"/>
  <p:tag name="KSO_WM_UNIT_LAYERLEVEL" val="1_1_1"/>
  <p:tag name="KSO_WM_TAG_VERSION" val="3.0"/>
</p:tagLst>
</file>

<file path=ppt/tags/tag99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l_h_a*1_3_1"/>
  <p:tag name="KSO_WM_UNIT_LAYERLEVEL" val="1_1_1"/>
  <p:tag name="KSO_WM_TAG_VERSION" val="3.0"/>
</p:tagLst>
</file>

<file path=ppt/tags/tag100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4_1"/>
  <p:tag name="KSO_WM_UNIT_LAYERLEVEL" val="1_1_1"/>
  <p:tag name="KSO_WM_TAG_VERSION" val="3.0"/>
</p:tagLst>
</file>

<file path=ppt/tags/tag101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4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4_2"/>
  <p:tag name="KSO_WM_UNIT_LAYERLEVEL" val="1_1_1"/>
  <p:tag name="KSO_WM_TAG_VERSION" val="3.0"/>
</p:tagLst>
</file>

<file path=ppt/tags/tag102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l_h_a*1_4_1"/>
  <p:tag name="KSO_WM_UNIT_LAYERLEVEL" val="1_1_1"/>
  <p:tag name="KSO_WM_TAG_VERSION" val="3.0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0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0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09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1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CATEGORY" val="custom"/>
  <p:tag name="KSO_WM_TEMPLATE_INDEX" val="40480592"/>
</p:tagLst>
</file>

<file path=ppt/tags/tag110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CATEGORY" val="custom"/>
  <p:tag name="KSO_WM_TEMPLATE_INDEX" val="40480592"/>
</p:tagLst>
</file>

<file path=ppt/tags/tag111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AG_VERSION" val="3.0"/>
  <p:tag name="KSO_WM_TEMPLATE_CATEGORY" val="custom"/>
  <p:tag name="KSO_WM_TEMPLATE_INDEX" val="40480592"/>
  <p:tag name="KSO_WM_TEMPLATE_MASTER_TYPE" val="0"/>
  <p:tag name="KSO_WM_TEMPLATE_COLOR_TYPE" val="0"/>
</p:tagLst>
</file>

<file path=ppt/tags/tag112.xml><?xml version="1.0" encoding="utf-8"?>
<p:tagLst xmlns:p="http://schemas.openxmlformats.org/presentationml/2006/main">
  <p:tag name="KSO_WM_AITEMPLATE_STYLE_ID" val="69796633672"/>
</p:tagLst>
</file>

<file path=ppt/tags/tag113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PRESET_TEXT" val="20XX YEAR"/>
  <p:tag name="KSO_WM_TEMPLATE_CATEGORY" val="custom"/>
  <p:tag name="KSO_WM_TEMPLATE_INDEX" val="40480592"/>
  <p:tag name="KSO_WM_UNIT_LAYERLEVEL" val="1"/>
  <p:tag name="KSO_WM_UNIT_ID" val="_9*f*1"/>
  <p:tag name="KSO_WM_TAG_VERSION" val="3.0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_INDEX" val="-1"/>
  <p:tag name="KSO_WM_UNIT_PRESET_TEXT_LEN" val="0"/>
</p:tagLst>
</file>

<file path=ppt/tags/tag11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454081e249b9caf2f7cd64be59fa49c84b83def5"/>
  <p:tag name="KSO_WM_NEWLAYOUT_ID" val="1474"/>
  <p:tag name="KSO_WM_UNIT_PRESET_TEXT" val="单击此处&#10;添加文档标题"/>
  <p:tag name="KSO_WM_TEMPLATE_CATEGORY" val="custom"/>
  <p:tag name="KSO_WM_TEMPLATE_INDEX" val="40480592"/>
  <p:tag name="KSO_WM_UNIT_LAYERLEVEL" val="1"/>
  <p:tag name="KSO_WM_UNIT_ID" val="_9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_INDEX" val="-1"/>
  <p:tag name="KSO_WM_UNIT_PRESET_TEXT_LEN" val="0"/>
</p:tagLst>
</file>

<file path=ppt/tags/tag11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PRESET_TEXT" val="BY WPS"/>
  <p:tag name="KSO_WM_TEMPLATE_CATEGORY" val="custom"/>
  <p:tag name="KSO_WM_TEMPLATE_INDEX" val="40480592"/>
  <p:tag name="KSO_WM_UNIT_LAYERLEVEL" val="1"/>
  <p:tag name="KSO_WM_UNIT_ID" val="_9*f*2"/>
  <p:tag name="KSO_WM_TAG_VERSION" val="3.0"/>
  <p:tag name="KSO_WM_UNIT_TEXT_LAYER_COUNT" val="1"/>
  <p:tag name="KSO_WM_UNIT_NOCLEAR" val="0"/>
  <p:tag name="KSO_WM_UNIT_COMPATIBLE" val="0"/>
  <p:tag name="KSO_WM_UNIT_DIAGRAM_ISNUMVISUAL" val="0"/>
  <p:tag name="KSO_WM_UNIT_DIAGRAM_ISREFERUNIT" val="0"/>
  <p:tag name="KSO_WM_UNIT_PRESET_TEXT_INDEX" val="-1"/>
  <p:tag name="KSO_WM_UNIT_PRESET_TEXT_LEN" val="0"/>
</p:tagLst>
</file>

<file path=ppt/tags/tag116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AG_VERSION" val="3.0"/>
  <p:tag name="KSO_WM_TEMPLATE_CATEGORY" val="custom"/>
  <p:tag name="KSO_WM_TEMPLATE_INDEX" val="40480592"/>
  <p:tag name="KSO_WM_SLIDE_ID" val="custom40480592_1"/>
  <p:tag name="KSO_WM_TEMPLATE_MASTER_TYPE" val="0"/>
  <p:tag name="KSO_WM_TEMPLATE_COLOR_TYPE" val="0"/>
  <p:tag name="KSO_WM_SLIDE_INDEX" val="1"/>
  <p:tag name="KSO_WM_SLIDE_LAYOUT" val="a_f"/>
  <p:tag name="KSO_WM_SLIDE_LAYOUT_CNT" val="1_2"/>
</p:tagLst>
</file>

<file path=ppt/tags/tag11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f"/>
  <p:tag name="KSO_WM_UNIT_INDEX" val="39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f"/>
  <p:tag name="KSO_WM_UNIT_INDEX" val="40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f"/>
  <p:tag name="KSO_WM_UNIT_INDEX" val="41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f"/>
  <p:tag name="KSO_WM_UNIT_INDEX" val="42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f"/>
  <p:tag name="KSO_WM_UNIT_INDEX" val="43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f"/>
  <p:tag name="KSO_WM_UNIT_INDEX" val="44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f"/>
  <p:tag name="KSO_WM_UNIT_INDEX" val="45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f"/>
  <p:tag name="KSO_WM_UNIT_INDEX" val="46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f"/>
  <p:tag name="KSO_WM_UNIT_INDEX" val="47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f"/>
  <p:tag name="KSO_WM_UNIT_INDEX" val="48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49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f"/>
  <p:tag name="KSO_WM_UNIT_INDEX" val="50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f"/>
  <p:tag name="KSO_WM_UNIT_INDEX" val="51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f"/>
  <p:tag name="KSO_WM_UNIT_INDEX" val="52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f"/>
  <p:tag name="KSO_WM_UNIT_INDEX" val="53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f"/>
  <p:tag name="KSO_WM_UNIT_INDEX" val="54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f"/>
  <p:tag name="KSO_WM_UNIT_INDEX" val="55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56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f"/>
  <p:tag name="KSO_WM_UNIT_INDEX" val="57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f"/>
  <p:tag name="KSO_WM_UNIT_INDEX" val="58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f"/>
  <p:tag name="KSO_WM_UNIT_INDEX" val="59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f"/>
  <p:tag name="KSO_WM_UNIT_INDEX" val="60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f"/>
  <p:tag name="KSO_WM_UNIT_INDEX" val="61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f"/>
  <p:tag name="KSO_WM_UNIT_INDEX" val="62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f"/>
  <p:tag name="KSO_WM_UNIT_INDEX" val="63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f"/>
  <p:tag name="KSO_WM_UNIT_INDEX" val="64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f"/>
  <p:tag name="KSO_WM_UNIT_INDEX" val="65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f"/>
  <p:tag name="KSO_WM_UNIT_INDEX" val="66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f"/>
  <p:tag name="KSO_WM_UNIT_INDEX" val="67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f"/>
  <p:tag name="KSO_WM_UNIT_INDEX" val="68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f"/>
  <p:tag name="KSO_WM_UNIT_INDEX" val="69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f"/>
  <p:tag name="KSO_WM_UNIT_INDEX" val="70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f"/>
  <p:tag name="KSO_WM_UNIT_INDEX" val="71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f"/>
  <p:tag name="KSO_WM_UNIT_INDEX" val="72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f"/>
  <p:tag name="KSO_WM_UNIT_INDEX" val="73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f"/>
  <p:tag name="KSO_WM_UNIT_INDEX" val="74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f"/>
  <p:tag name="KSO_WM_UNIT_INDEX" val="39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f"/>
  <p:tag name="KSO_WM_UNIT_INDEX" val="40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β"/>
  <p:tag name="KSO_WM_UNIT_INDEX" val="2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TEMPLATE_CATEGORY" val="custom"/>
  <p:tag name="KSO_WM_TEMPLATE_INDEX" val="40480592"/>
  <p:tag name="KSO_WM_UNIT_LAYERLEVEL" val="1"/>
  <p:tag name="KSO_WM_UNIT_ID" val="_11*b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_INDEX" val="-1"/>
  <p:tag name="KSO_WM_UNIT_PRESET_TEXT_LEN" val="0"/>
</p:tagLst>
</file>

<file path=ppt/tags/tag54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d4d9f1e182c9d84e8f28e21886f49bb5bafd3cda"/>
  <p:tag name="KSO_WM_NEWLAYOUT_ID" val="1486"/>
  <p:tag name="KSO_WM_UNIT_PRESET_TEXT" val="谢谢观看"/>
  <p:tag name="KSO_WM_TEMPLATE_CATEGORY" val="custom"/>
  <p:tag name="KSO_WM_TEMPLATE_INDEX" val="40480592"/>
  <p:tag name="KSO_WM_UNIT_LAYERLEVEL" val="1"/>
  <p:tag name="KSO_WM_UNIT_ID" val="_11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_INDEX" val="-1"/>
  <p:tag name="KSO_WM_UNIT_PRESET_TEXT_LEN" val="0"/>
</p:tagLst>
</file>

<file path=ppt/tags/tag547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AG_VERSION" val="3.0"/>
  <p:tag name="KSO_WM_TEMPLATE_CATEGORY" val="custom"/>
  <p:tag name="KSO_WM_TEMPLATE_INDEX" val="40480592"/>
  <p:tag name="KSO_WM_SLIDE_ID" val="custom40480592_5"/>
  <p:tag name="KSO_WM_TEMPLATE_MASTER_TYPE" val="0"/>
  <p:tag name="KSO_WM_TEMPLATE_COLOR_TYPE" val="0"/>
  <p:tag name="KSO_WM_SLIDE_INDEX" val="5"/>
  <p:tag name="KSO_WM_SLIDE_LAYOUT" val="a_b"/>
  <p:tag name="KSO_WM_SLIDE_LAYOUT_CNT" val="1_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883">
      <a:dk1>
        <a:srgbClr val="000000"/>
      </a:dk1>
      <a:lt1>
        <a:srgbClr val="FFFFFF"/>
      </a:lt1>
      <a:dk2>
        <a:srgbClr val="412B1D"/>
      </a:dk2>
      <a:lt2>
        <a:srgbClr val="FBF4EA"/>
      </a:lt2>
      <a:accent1>
        <a:srgbClr val="D59134"/>
      </a:accent1>
      <a:accent2>
        <a:srgbClr val="F96605"/>
      </a:accent2>
      <a:accent3>
        <a:srgbClr val="C03235"/>
      </a:accent3>
      <a:accent4>
        <a:srgbClr val="DD099A"/>
      </a:accent4>
      <a:accent5>
        <a:srgbClr val="8351CD"/>
      </a:accent5>
      <a:accent6>
        <a:srgbClr val="005AE2"/>
      </a:accent6>
      <a:hlink>
        <a:srgbClr val="C87A5C"/>
      </a:hlink>
      <a:folHlink>
        <a:srgbClr val="954F72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4352</Words>
  <Application>WPS Office WWO_wpscloud_20260708170905-59d7d5dabd</Application>
  <PresentationFormat>宽屏</PresentationFormat>
  <Paragraphs>704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Arial</vt:lpstr>
      <vt:lpstr>MiSans</vt:lpstr>
      <vt:lpstr>微软雅黑</vt:lpstr>
      <vt:lpstr>汉仪旗黑KW 55S</vt:lpstr>
      <vt:lpstr>MiSans Normal</vt:lpstr>
      <vt:lpstr>MiSans Medium</vt:lpstr>
      <vt:lpstr>汉仪书宋二KW</vt:lpstr>
      <vt:lpstr>Kingsoft Confetti</vt:lpstr>
      <vt:lpstr>Noto Emoji</vt:lpstr>
      <vt:lpstr>WPS</vt:lpstr>
      <vt:lpstr>Office 主题</vt:lpstr>
      <vt:lpstr>酒店在线预订平台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酒店在线预订平台</dc:title>
  <dc:creator/>
  <cp:lastModifiedBy> </cp:lastModifiedBy>
  <dcterms:created xsi:type="dcterms:W3CDTF">2026-07-23T02:19:53Z</dcterms:created>
  <dcterms:modified xsi:type="dcterms:W3CDTF">2026-07-23T02:19:53Z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2052-12.9.0.27576</vt:lpwstr>
  </property>
  <property fmtid="{D5CDD505-2E9C-101B-9397-08002B2CF9AE}" pid="3" name="ICV">
    <vt:lpwstr>E192D62ECE19C5B06976616AE2164A98_43</vt:lpwstr>
  </property>
  <property fmtid="{D5CDD505-2E9C-101B-9397-08002B2CF9AE}" pid="4" name="KSOTemplateUUID">
    <vt:lpwstr>v1.0_ai_69796633672</vt:lpwstr>
  </property>
  <property fmtid="{D5CDD505-2E9C-101B-9397-08002B2CF9AE}" pid="5" name="intentionCode">
    <vt:lpwstr>wps_wpp_generate_beautifyppt</vt:lpwstr>
  </property>
  <property fmtid="{D5CDD505-2E9C-101B-9397-08002B2CF9AE}" pid="6" name="KSOAIPPTCode">
    <vt:lpwstr>ZJWy+ON8OZdHY1Mx0zVRcCysBVcKdW4mVSuM7OixexNTMMRwctVhqjvq+RhfCbHbhDcsZ+4lnTmqmBgVG8Vurz4qAOwrndNPT9HZaPznhU6BVngSRTr/CAqKYOw023gdAR7M8IDQiDDn4W/+rwJui1tme/a5P1oPsarBrpqW60q/O5XhFoBpqwKoFxrja4FJE8DOykOMKxqwTM2TxPJdD8HeOjU3zQlWrb1dwK0P9Lwze4cP/KBk/fP6VwXS/NDvNG9iV6pyGqFybj3EU880S5KRlsZcGoR5PWnmcYVJqadT+wfWIYoW9tZVOZ8i58Eg/Ti4ZS6ptMTcvVHLmnUXrA==</vt:lpwstr>
  </property>
</Properties>
</file>